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ta enero 2026" id="{c592c43c-37ce-9ca8-8bdc-66526fe3e69f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943" y="-36576"/>
            <a:ext cx="896112" cy="10762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1215" y="6510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Int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ashtag 1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enero 2026</a:t>
            </a:r>
            <a:endParaRPr lang="en-US" sz="3000" dirty="0"/>
          </a:p>
        </p:txBody>
      </p:sp>
      <p:pic>
        <p:nvPicPr>
          <p:cNvPr id="5" name="Car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2072579" cy="7772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6" name="Icon FaUsers 3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631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157984"/>
            <a:ext cx="1158179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69464"/>
            <a:ext cx="1158179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</a:t>
            </a:r>
            <a:endParaRPr lang="en-US" sz="1050" dirty="0"/>
          </a:p>
        </p:txBody>
      </p:sp>
      <p:pic>
        <p:nvPicPr>
          <p:cNvPr id="9" name="Card 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99" y="2103120"/>
            <a:ext cx="2072579" cy="7772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0" name="Icon FaUserCheck 7" descr="Use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979" y="22631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581339" y="2157984"/>
            <a:ext cx="1158179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581339" y="2569464"/>
            <a:ext cx="1158179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prospecto</a:t>
            </a:r>
            <a:endParaRPr lang="en-US" sz="1050" dirty="0"/>
          </a:p>
        </p:txBody>
      </p:sp>
      <p:pic>
        <p:nvPicPr>
          <p:cNvPr id="13" name="Card 1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558" y="2103120"/>
            <a:ext cx="2072579" cy="7772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4" name="Icon FaUserGraduate 11" descr="UserGradua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438" y="226314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836798" y="2157984"/>
            <a:ext cx="1158179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836798" y="2569464"/>
            <a:ext cx="1158179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inscritos</a:t>
            </a:r>
            <a:endParaRPr lang="en-US" sz="1050" dirty="0"/>
          </a:p>
        </p:txBody>
      </p:sp>
      <p:pic>
        <p:nvPicPr>
          <p:cNvPr id="17" name="Card 1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017" y="2103120"/>
            <a:ext cx="2072579" cy="7772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8" name="Icon FaBullseye 15" descr="Bullsey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7897" y="226314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092257" y="2157984"/>
            <a:ext cx="1158179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092257" y="2569464"/>
            <a:ext cx="1158179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1050" dirty="0"/>
          </a:p>
        </p:txBody>
      </p:sp>
      <p:pic>
        <p:nvPicPr>
          <p:cNvPr id="21" name="Card 1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0476" y="2103120"/>
            <a:ext cx="2072579" cy="7772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22" name="Icon FaTriangleExclamation 19" descr="TriangleExclamati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356" y="226314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347716" y="2157984"/>
            <a:ext cx="1158179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-55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10347716" y="2569464"/>
            <a:ext cx="1158179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faltan</a:t>
            </a:r>
            <a:endParaRPr lang="en-US" sz="1050" dirty="0"/>
          </a:p>
        </p:txBody>
      </p:sp>
      <p:pic>
        <p:nvPicPr>
          <p:cNvPr id="25" name="Table card 2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017520"/>
            <a:ext cx="11277295" cy="34747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graphicFrame>
        <p:nvGraphicFramePr>
          <p:cNvPr id="26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4415" cy="914400"/>
        </p:xfrm>
        <a:graphic>
          <a:graphicData uri="http://schemas.openxmlformats.org/drawingml/2006/table">
            <a:tbl>
              <a:tblPr/>
              <a:tblGrid>
                <a:gridCol w="3593592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PROSPECTOS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INSCRITOS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LICENCIATURAS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LEADS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NUEVO ING.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EQUIV.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NUEVO ING.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EQUIV.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INSCRITOS 1ERO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INSCRITOS EQUIV.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INSCRITOS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FALTAN</a:t>
                      </a:r>
                      <a:endParaRPr lang="en-US" sz="9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ADMINISTRACIÓN EMPRESARIAL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ADMINISTRACIÓN Y DIRECCIÓN EMPRESARIAL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ARQUITECTURA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CIRUJANO DENTISTA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6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DERECHO (UNAM) (FEBRERO)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-10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MERCADOTECNIA ESTRATÉGICA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PSICOLOGÍA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2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-9</a:t>
                      </a:r>
                      <a:endParaRPr lang="en-US" sz="11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14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-55</a:t>
                      </a:r>
                      <a:endParaRPr lang="en-US" sz="13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91440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Graphic spid="26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Westhill">
      <a:dk1>
        <a:srgbClr val="15243A"/>
      </a:dk1>
      <a:lt1>
        <a:srgbClr val="FFFFFF"/>
      </a:lt1>
      <a:dk2>
        <a:srgbClr val="0E2A47"/>
      </a:dk2>
      <a:lt2>
        <a:srgbClr val="EDF3FA"/>
      </a:lt2>
      <a:accent1>
        <a:srgbClr val="266294"/>
      </a:accent1>
      <a:accent2>
        <a:srgbClr val="F2C94C"/>
      </a:accent2>
      <a:accent3>
        <a:srgbClr val="4A90C8"/>
      </a:accent3>
      <a:accent4>
        <a:srgbClr val="163A5F"/>
      </a:accent4>
      <a:accent5>
        <a:srgbClr val="8FB3D9"/>
      </a:accent5>
      <a:accent6>
        <a:srgbClr val="5B6B7D"/>
      </a:accent6>
      <a:hlink>
        <a:srgbClr val="266294"/>
      </a:hlink>
      <a:folHlink>
        <a:srgbClr val="163A5F"/>
      </a:folHlink>
    </a:clrScheme>
    <a:fontScheme name="Office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Cierre agosto 2026</dc:title>
  <dc:subject>PptxGenJS Presentation</dc:subject>
  <dc:creator>Universidad Westhill</dc:creator>
  <cp:lastModifiedBy>Universidad Westhill</cp:lastModifiedBy>
  <cp:revision>1</cp:revision>
  <dcterms:created xsi:type="dcterms:W3CDTF">2026-10-12T22:59:17Z</dcterms:created>
  <dcterms:modified xsi:type="dcterms:W3CDTF">2026-10-12T22:59:17Z</dcterms:modified>
</cp:coreProperties>
</file>