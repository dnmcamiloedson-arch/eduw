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Portada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ci&#243;n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T&#237;tulo-y-contenido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Contenido-e-imagen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Solo-t&#237;tulo-image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Cierre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2697480" cy="10873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51560" y="5669280"/>
            <a:ext cx="1097280" cy="64008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4" name="Shape 1"/>
          <p:cNvSpPr/>
          <p:nvPr/>
        </p:nvSpPr>
        <p:spPr>
          <a:xfrm>
            <a:off x="10042855" y="5669280"/>
            <a:ext cx="1097280" cy="64008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11480" y="2011680"/>
            <a:ext cx="53949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800" spc="100" kern="0" dirty="0">
                <a:solidFill>
                  <a:srgbClr val="2662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800" spc="100" kern="0" dirty="0">
                <a:solidFill>
                  <a:srgbClr val="2662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WESTHILL</a:t>
            </a:r>
            <a:endParaRPr lang="en-US" sz="38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411480" y="2578608"/>
            <a:ext cx="5394960" cy="15727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88000"/>
              </a:lnSpc>
              <a:buNone/>
              <a:defRPr lang="en-US" sz="5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defRPr>
            </a:lvl1pPr>
          </a:lstStyle>
          <a:p>
            <a:pPr algn="ctr" indent="0" marL="0">
              <a:lnSpc>
                <a:spcPct val="88000"/>
              </a:lnSpc>
              <a:buNone/>
            </a:pPr>
            <a:r>
              <a:rPr lang="en-US" sz="5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TÍTULO DEL EVENTO</a:t>
            </a:r>
            <a:endParaRPr lang="en-US" sz="54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411480" y="4169664"/>
            <a:ext cx="53949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800" dirty="0">
                <a:solidFill>
                  <a:srgbClr val="2662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800" dirty="0">
                <a:solidFill>
                  <a:srgbClr val="2662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SUMMIT 2026</a:t>
            </a:r>
            <a:endParaRPr lang="en-US" sz="38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2240280" y="5394960"/>
            <a:ext cx="7708392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FECHA DEL EVENTO</a:t>
            </a:r>
            <a:endParaRPr lang="en-US" sz="30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2240280" y="5961888"/>
            <a:ext cx="7708392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Facultad de Medicina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103120" cy="8477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081528"/>
            <a:ext cx="548640" cy="64008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4" name="Text 1"/>
          <p:cNvSpPr/>
          <p:nvPr/>
        </p:nvSpPr>
        <p:spPr>
          <a:xfrm>
            <a:off x="12344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SECCIÓN</a:t>
            </a:r>
            <a:endParaRPr lang="en-US" sz="13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1600200"/>
            <a:ext cx="365760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dirty="0">
                <a:solidFill>
                  <a:srgbClr val="F2C9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600" dirty="0">
                <a:solidFill>
                  <a:srgbClr val="F2C9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96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48640" y="3383280"/>
            <a:ext cx="603504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0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Título de la sección</a:t>
            </a:r>
            <a:endParaRPr lang="en-US" sz="4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48640" y="4892040"/>
            <a:ext cx="5852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FE6F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CFE6F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Frase breve que presenta la sección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783080" cy="7187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WESTHILL MEDICAL LEADERSHIP SUMMIT 2026  ·  Facultad de Medicina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716975" y="66019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F2C9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#SOMOSWESTHILL</a:t>
            </a:r>
            <a:endParaRPr lang="en-US" sz="9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4343400" y="274320"/>
            <a:ext cx="729691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Título de la diapositiva</a:t>
            </a:r>
            <a:endParaRPr lang="en-US" sz="28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4343400" y="987552"/>
            <a:ext cx="729691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Subtítulo opcional</a:t>
            </a:r>
            <a:endParaRPr lang="en-US" sz="14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48640" y="1783080"/>
            <a:ext cx="11094415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800" dirty="0">
                <a:solidFill>
                  <a:srgbClr val="15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5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Escribe aquí el contenido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601968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e imag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783080" cy="7187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WESTHILL MEDICAL LEADERSHIP SUMMIT 2026  ·  Facultad de Medicina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716975" y="66019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F2C9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#SOMOSWESTHILL</a:t>
            </a:r>
            <a:endParaRPr lang="en-US" sz="9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4343400" y="274320"/>
            <a:ext cx="729691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Título de la diapositiva</a:t>
            </a:r>
            <a:endParaRPr lang="en-US" sz="28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4343400" y="987552"/>
            <a:ext cx="729691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Subtítulo opcional</a:t>
            </a:r>
            <a:endParaRPr lang="en-US" sz="14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48640" y="1783080"/>
            <a:ext cx="5577840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800" dirty="0">
                <a:solidFill>
                  <a:srgbClr val="15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5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Escribe aquí el contenido</a:t>
            </a:r>
            <a:endParaRPr lang="en-US" sz="1800" dirty="0"/>
          </a:p>
        </p:txBody>
      </p:sp>
      <p:sp>
        <p:nvSpPr>
          <p:cNvPr id="8" name="Text 2"/>
          <p:cNvSpPr/>
          <p:nvPr>
            <p:ph idx="106" hasCustomPrompt="1"/>
          </p:nvPr>
        </p:nvSpPr>
        <p:spPr>
          <a:xfrm>
            <a:off x="6446520" y="1783080"/>
            <a:ext cx="5193792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Inserta una imagen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601968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783080" cy="7187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WESTHILL MEDICAL LEADERSHIP SUMMIT 2026  ·  Facultad de Medicina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716975" y="66019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F2C9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#SOMOSWESTHILL</a:t>
            </a:r>
            <a:endParaRPr lang="en-US" sz="9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4343400" y="274320"/>
            <a:ext cx="729691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Título de la diapositiva</a:t>
            </a:r>
            <a:endParaRPr lang="en-US" sz="28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4343400" y="987552"/>
            <a:ext cx="729691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Subtítulo opcional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601968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82880"/>
            <a:ext cx="2697480" cy="10838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23160" y="4636008"/>
            <a:ext cx="1097280" cy="64008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4" name="Shape 1"/>
          <p:cNvSpPr/>
          <p:nvPr/>
        </p:nvSpPr>
        <p:spPr>
          <a:xfrm>
            <a:off x="8671255" y="4636008"/>
            <a:ext cx="1097280" cy="64008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1371600" y="2148840"/>
            <a:ext cx="9448495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7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1371600" y="3429000"/>
            <a:ext cx="94484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spc="100" kern="0" dirty="0">
                <a:solidFill>
                  <a:srgbClr val="CFE6F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200" spc="100" kern="0" dirty="0">
                <a:solidFill>
                  <a:srgbClr val="CFE6F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Nombre del evento</a:t>
            </a:r>
            <a:endParaRPr lang="en-US" sz="22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2926080" y="4389120"/>
            <a:ext cx="633953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Fecha · Sede</a:t>
            </a: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601968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portada 1" descr="Médicos de la Facultad de Medici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868680"/>
            <a:ext cx="6382512" cy="4464069"/>
          </a:xfrm>
          <a:prstGeom prst="rect">
            <a:avLst/>
          </a:prstGeom>
        </p:spPr>
      </p:pic>
      <p:sp>
        <p:nvSpPr>
          <p:cNvPr id="3" name="Text 2"/>
          <p:cNvSpPr/>
          <p:nvPr>
            <p:ph idx="103" type="body" hasCustomPrompt="1"/>
          </p:nvPr>
        </p:nvSpPr>
        <p:spPr>
          <a:xfrm>
            <a:off x="411480" y="20116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spc="100" kern="0" dirty="0">
                <a:solidFill>
                  <a:srgbClr val="2662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WESTHILL</a:t>
            </a:r>
            <a:endParaRPr lang="en-US" sz="3800" dirty="0"/>
          </a:p>
        </p:txBody>
      </p:sp>
      <p:sp>
        <p:nvSpPr>
          <p:cNvPr id="4" name="Text 2"/>
          <p:cNvSpPr/>
          <p:nvPr>
            <p:ph idx="104" type="title" hasCustomPrompt="1"/>
          </p:nvPr>
        </p:nvSpPr>
        <p:spPr>
          <a:xfrm>
            <a:off x="411480" y="2578608"/>
            <a:ext cx="5394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MEDICAL</a:t>
            </a:r>
            <a:endParaRPr lang="en-US" sz="54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5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LEADERSHIP</a:t>
            </a:r>
            <a:endParaRPr lang="en-US" sz="54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411480" y="416966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662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SUMMIT </a:t>
            </a:r>
            <a:pPr algn="ctr" indent="0" marL="0">
              <a:buNone/>
            </a:pPr>
            <a:r>
              <a:rPr lang="en-US" sz="38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2026</a:t>
            </a:r>
            <a:endParaRPr lang="en-US" sz="38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2240280" y="5394960"/>
            <a:ext cx="7708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21, 22 Y 23 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 OCTUBRE DE 2026</a:t>
            </a:r>
            <a:endParaRPr lang="en-US" sz="3000" dirty="0"/>
          </a:p>
        </p:txBody>
      </p:sp>
      <p:sp>
        <p:nvSpPr>
          <p:cNvPr id="7" name="Text 2"/>
          <p:cNvSpPr/>
          <p:nvPr>
            <p:ph idx="107" type="body" hasCustomPrompt="1"/>
          </p:nvPr>
        </p:nvSpPr>
        <p:spPr>
          <a:xfrm>
            <a:off x="2240280" y="5961888"/>
            <a:ext cx="7708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Facultad de Medicina</a:t>
            </a:r>
            <a:endParaRPr lang="en-US" sz="2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343400" y="274320"/>
            <a:ext cx="7296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4343400" y="987552"/>
            <a:ext cx="7296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 que viviremos durante el summit</a:t>
            </a:r>
            <a:endParaRPr lang="en-US" sz="1400" dirty="0"/>
          </a:p>
        </p:txBody>
      </p:sp>
      <p:pic>
        <p:nvPicPr>
          <p:cNvPr id="4" name="Car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2057400" cy="416052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10000"/>
              </a:srgbClr>
            </a:outerShdw>
          </a:effectLst>
        </p:spPr>
      </p:pic>
      <p:sp>
        <p:nvSpPr>
          <p:cNvPr id="5" name="Num 3"/>
          <p:cNvSpPr txBox="1"/>
          <p:nvPr/>
        </p:nvSpPr>
        <p:spPr>
          <a:xfrm>
            <a:off x="822960" y="1920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Dash 4"/>
          <p:cNvSpPr/>
          <p:nvPr/>
        </p:nvSpPr>
        <p:spPr>
          <a:xfrm>
            <a:off x="822960" y="2880360"/>
            <a:ext cx="50292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7" name="Agenda title 5"/>
          <p:cNvSpPr txBox="1"/>
          <p:nvPr/>
        </p:nvSpPr>
        <p:spPr>
          <a:xfrm>
            <a:off x="822960" y="30906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Bienvenida e inauguración</a:t>
            </a:r>
            <a:endParaRPr lang="en-US" sz="1600" dirty="0"/>
          </a:p>
        </p:txBody>
      </p:sp>
      <p:sp>
        <p:nvSpPr>
          <p:cNvPr id="8" name="Agenda text 6"/>
          <p:cNvSpPr txBox="1"/>
          <p:nvPr/>
        </p:nvSpPr>
        <p:spPr>
          <a:xfrm>
            <a:off x="822960" y="40690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Breve descripción de la actividad o del bloque del programa.</a:t>
            </a:r>
            <a:endParaRPr lang="en-US" sz="1250" dirty="0"/>
          </a:p>
        </p:txBody>
      </p:sp>
      <p:pic>
        <p:nvPicPr>
          <p:cNvPr id="9" name="Card 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894" y="1691640"/>
            <a:ext cx="2057400" cy="416052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10000"/>
              </a:srgbClr>
            </a:outerShdw>
          </a:effectLst>
        </p:spPr>
      </p:pic>
      <p:sp>
        <p:nvSpPr>
          <p:cNvPr id="10" name="Num 8"/>
          <p:cNvSpPr txBox="1"/>
          <p:nvPr/>
        </p:nvSpPr>
        <p:spPr>
          <a:xfrm>
            <a:off x="3082214" y="1920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4400" dirty="0"/>
          </a:p>
        </p:txBody>
      </p:sp>
      <p:sp>
        <p:nvSpPr>
          <p:cNvPr id="11" name="Dash 9"/>
          <p:cNvSpPr/>
          <p:nvPr/>
        </p:nvSpPr>
        <p:spPr>
          <a:xfrm>
            <a:off x="3082214" y="2880360"/>
            <a:ext cx="50292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12" name="Agenda title 10"/>
          <p:cNvSpPr txBox="1"/>
          <p:nvPr/>
        </p:nvSpPr>
        <p:spPr>
          <a:xfrm>
            <a:off x="3082214" y="30906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Conferencias magistrales</a:t>
            </a:r>
            <a:endParaRPr lang="en-US" sz="1600" dirty="0"/>
          </a:p>
        </p:txBody>
      </p:sp>
      <p:sp>
        <p:nvSpPr>
          <p:cNvPr id="13" name="Agenda text 11"/>
          <p:cNvSpPr txBox="1"/>
          <p:nvPr/>
        </p:nvSpPr>
        <p:spPr>
          <a:xfrm>
            <a:off x="3082214" y="40690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Breve descripción de la actividad o del bloque del programa.</a:t>
            </a:r>
            <a:endParaRPr lang="en-US" sz="1250" dirty="0"/>
          </a:p>
        </p:txBody>
      </p:sp>
      <p:pic>
        <p:nvPicPr>
          <p:cNvPr id="14" name="Card 1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148" y="1691640"/>
            <a:ext cx="2057400" cy="416052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10000"/>
              </a:srgbClr>
            </a:outerShdw>
          </a:effectLst>
        </p:spPr>
      </p:pic>
      <p:sp>
        <p:nvSpPr>
          <p:cNvPr id="15" name="Num 13"/>
          <p:cNvSpPr txBox="1"/>
          <p:nvPr/>
        </p:nvSpPr>
        <p:spPr>
          <a:xfrm>
            <a:off x="5341468" y="1920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4400" dirty="0"/>
          </a:p>
        </p:txBody>
      </p:sp>
      <p:sp>
        <p:nvSpPr>
          <p:cNvPr id="16" name="Dash 14"/>
          <p:cNvSpPr/>
          <p:nvPr/>
        </p:nvSpPr>
        <p:spPr>
          <a:xfrm>
            <a:off x="5341468" y="2880360"/>
            <a:ext cx="50292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17" name="Agenda title 15"/>
          <p:cNvSpPr txBox="1"/>
          <p:nvPr/>
        </p:nvSpPr>
        <p:spPr>
          <a:xfrm>
            <a:off x="5341468" y="30906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Paneles de liderazgo</a:t>
            </a:r>
            <a:endParaRPr lang="en-US" sz="1600" dirty="0"/>
          </a:p>
        </p:txBody>
      </p:sp>
      <p:sp>
        <p:nvSpPr>
          <p:cNvPr id="18" name="Agenda text 16"/>
          <p:cNvSpPr txBox="1"/>
          <p:nvPr/>
        </p:nvSpPr>
        <p:spPr>
          <a:xfrm>
            <a:off x="5341468" y="40690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Breve descripción de la actividad o del bloque del programa.</a:t>
            </a:r>
            <a:endParaRPr lang="en-US" sz="1250" dirty="0"/>
          </a:p>
        </p:txBody>
      </p:sp>
      <p:pic>
        <p:nvPicPr>
          <p:cNvPr id="19" name="Card 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401" y="1691640"/>
            <a:ext cx="2057400" cy="416052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10000"/>
              </a:srgbClr>
            </a:outerShdw>
          </a:effectLst>
        </p:spPr>
      </p:pic>
      <p:sp>
        <p:nvSpPr>
          <p:cNvPr id="20" name="Num 18"/>
          <p:cNvSpPr txBox="1"/>
          <p:nvPr/>
        </p:nvSpPr>
        <p:spPr>
          <a:xfrm>
            <a:off x="7600721" y="1920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n-US" sz="4400" dirty="0"/>
          </a:p>
        </p:txBody>
      </p:sp>
      <p:sp>
        <p:nvSpPr>
          <p:cNvPr id="21" name="Dash 19"/>
          <p:cNvSpPr/>
          <p:nvPr/>
        </p:nvSpPr>
        <p:spPr>
          <a:xfrm>
            <a:off x="7600721" y="2880360"/>
            <a:ext cx="50292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22" name="Agenda title 20"/>
          <p:cNvSpPr txBox="1"/>
          <p:nvPr/>
        </p:nvSpPr>
        <p:spPr>
          <a:xfrm>
            <a:off x="7600721" y="30906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Talleres prácticos</a:t>
            </a:r>
            <a:endParaRPr lang="en-US" sz="1600" dirty="0"/>
          </a:p>
        </p:txBody>
      </p:sp>
      <p:sp>
        <p:nvSpPr>
          <p:cNvPr id="23" name="Agenda text 21"/>
          <p:cNvSpPr txBox="1"/>
          <p:nvPr/>
        </p:nvSpPr>
        <p:spPr>
          <a:xfrm>
            <a:off x="7600721" y="40690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Breve descripción de la actividad o del bloque del programa.</a:t>
            </a:r>
            <a:endParaRPr lang="en-US" sz="1250" dirty="0"/>
          </a:p>
        </p:txBody>
      </p:sp>
      <p:pic>
        <p:nvPicPr>
          <p:cNvPr id="24" name="Card 2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5655" y="1691640"/>
            <a:ext cx="2057400" cy="416052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25000"/>
              </a:srgbClr>
            </a:outerShdw>
          </a:effectLst>
        </p:spPr>
      </p:pic>
      <p:sp>
        <p:nvSpPr>
          <p:cNvPr id="25" name="Num 23"/>
          <p:cNvSpPr txBox="1"/>
          <p:nvPr/>
        </p:nvSpPr>
        <p:spPr>
          <a:xfrm>
            <a:off x="9859975" y="19202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2C9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05</a:t>
            </a:r>
            <a:endParaRPr lang="en-US" sz="4400" dirty="0"/>
          </a:p>
        </p:txBody>
      </p:sp>
      <p:sp>
        <p:nvSpPr>
          <p:cNvPr id="26" name="Dash 24"/>
          <p:cNvSpPr/>
          <p:nvPr/>
        </p:nvSpPr>
        <p:spPr>
          <a:xfrm>
            <a:off x="9859975" y="2880360"/>
            <a:ext cx="50292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27" name="Agenda title 25"/>
          <p:cNvSpPr txBox="1"/>
          <p:nvPr/>
        </p:nvSpPr>
        <p:spPr>
          <a:xfrm>
            <a:off x="9859975" y="30906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Clausura</a:t>
            </a:r>
            <a:endParaRPr lang="en-US" sz="1600" dirty="0"/>
          </a:p>
        </p:txBody>
      </p:sp>
      <p:sp>
        <p:nvSpPr>
          <p:cNvPr id="28" name="Agenda text 26"/>
          <p:cNvSpPr txBox="1"/>
          <p:nvPr/>
        </p:nvSpPr>
        <p:spPr>
          <a:xfrm>
            <a:off x="9859975" y="40690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6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Breve descripción de la actividad o del bloque del programa.</a:t>
            </a:r>
            <a:endParaRPr lang="en-US" sz="1250" dirty="0"/>
          </a:p>
        </p:txBody>
      </p:sp>
      <p:sp>
        <p:nvSpPr>
          <p:cNvPr id="29" name="Ejemplo 27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Textos de ejemplo: sustitúyelos por la información real del evento.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601968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160020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600" dirty="0">
                <a:solidFill>
                  <a:srgbClr val="F2C9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33832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Bienvenida e inauguración</a:t>
            </a:r>
            <a:endParaRPr lang="en-US" sz="4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489204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FE6F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Frase breve que presenta esta sección del summit.</a:t>
            </a:r>
            <a:endParaRPr lang="en-US" sz="1700" dirty="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343400" y="274320"/>
            <a:ext cx="7296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Sobre el summit</a:t>
            </a:r>
            <a:endParaRPr lang="en-US" sz="28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4343400" y="987552"/>
            <a:ext cx="7296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Diseño «Contenido e imagen»: texto con viñetas y una foto</a:t>
            </a:r>
            <a:endParaRPr lang="en-US" sz="14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48640" y="1783080"/>
            <a:ext cx="55778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5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Escribe aquí el primer punto clave del tema.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5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Segundo punto: una idea por renglón, frases cortas.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5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Tercer punto: resalta los datos o conceptos clave.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5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Cuarto punto de apoyo para cerrar la idea.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>
            <p:ph idx="106" hasCustomPrompt="1"/>
          </p:nvPr>
        </p:nvPicPr>
        <p:blipFill>
          <a:blip r:embed="rId1"/>
          <a:stretch>
            <a:fillRect/>
          </a:stretch>
        </p:blipFill>
        <p:spPr>
          <a:xfrm>
            <a:off x="6446520" y="1783080"/>
            <a:ext cx="5193792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601968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343400" y="274320"/>
            <a:ext cx="7296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Ejes del summit</a:t>
            </a:r>
            <a:endParaRPr lang="en-US" sz="28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4343400" y="987552"/>
            <a:ext cx="7296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Tres tarjetas para conceptos, objetivos o temas; la central va destacada</a:t>
            </a:r>
            <a:endParaRPr lang="en-US" sz="1400" dirty="0"/>
          </a:p>
        </p:txBody>
      </p:sp>
      <p:pic>
        <p:nvPicPr>
          <p:cNvPr id="4" name="Card 2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511296" cy="402336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10000"/>
              </a:srgbClr>
            </a:outerShdw>
          </a:effectLst>
        </p:spPr>
      </p:pic>
      <p:pic>
        <p:nvPicPr>
          <p:cNvPr id="5" name="Icon FaUserDoctor 29" descr="UserDoc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868680" cy="868680"/>
          </a:xfrm>
          <a:prstGeom prst="rect">
            <a:avLst/>
          </a:prstGeom>
        </p:spPr>
      </p:pic>
      <p:sp>
        <p:nvSpPr>
          <p:cNvPr id="6" name="Pilar title 30"/>
          <p:cNvSpPr txBox="1"/>
          <p:nvPr/>
        </p:nvSpPr>
        <p:spPr>
          <a:xfrm>
            <a:off x="914400" y="324612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Liderazgo clínico</a:t>
            </a:r>
            <a:endParaRPr lang="en-US" sz="2000" dirty="0"/>
          </a:p>
        </p:txBody>
      </p:sp>
      <p:sp>
        <p:nvSpPr>
          <p:cNvPr id="7" name="Dash 31"/>
          <p:cNvSpPr/>
          <p:nvPr/>
        </p:nvSpPr>
        <p:spPr>
          <a:xfrm>
            <a:off x="914400" y="3840480"/>
            <a:ext cx="50292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8" name="Pilar text 32"/>
          <p:cNvSpPr txBox="1"/>
          <p:nvPr/>
        </p:nvSpPr>
        <p:spPr>
          <a:xfrm>
            <a:off x="914400" y="4069080"/>
            <a:ext cx="2779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Describe aquí el primer eje temático en dos o tres renglones.</a:t>
            </a:r>
            <a:endParaRPr lang="en-US" sz="1400" dirty="0"/>
          </a:p>
        </p:txBody>
      </p:sp>
      <p:pic>
        <p:nvPicPr>
          <p:cNvPr id="9" name="Card 3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1783080"/>
            <a:ext cx="3511296" cy="402336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25000"/>
              </a:srgbClr>
            </a:outerShdw>
          </a:effectLst>
        </p:spPr>
      </p:pic>
      <p:pic>
        <p:nvPicPr>
          <p:cNvPr id="10" name="Watermark FaLightbulb 3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244" y="4572000"/>
            <a:ext cx="1051560" cy="1051560"/>
          </a:xfrm>
          <a:prstGeom prst="rect">
            <a:avLst/>
          </a:prstGeom>
        </p:spPr>
      </p:pic>
      <p:pic>
        <p:nvPicPr>
          <p:cNvPr id="11" name="Icon FaLightbulb 35" descr="Lightbul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588" y="2148840"/>
            <a:ext cx="868680" cy="868680"/>
          </a:xfrm>
          <a:prstGeom prst="rect">
            <a:avLst/>
          </a:prstGeom>
        </p:spPr>
      </p:pic>
      <p:sp>
        <p:nvSpPr>
          <p:cNvPr id="12" name="Pilar title 36"/>
          <p:cNvSpPr txBox="1"/>
          <p:nvPr/>
        </p:nvSpPr>
        <p:spPr>
          <a:xfrm>
            <a:off x="4704588" y="324612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Innovación en salud</a:t>
            </a:r>
            <a:endParaRPr lang="en-US" sz="2000" dirty="0"/>
          </a:p>
        </p:txBody>
      </p:sp>
      <p:sp>
        <p:nvSpPr>
          <p:cNvPr id="13" name="Dash 37"/>
          <p:cNvSpPr/>
          <p:nvPr/>
        </p:nvSpPr>
        <p:spPr>
          <a:xfrm>
            <a:off x="4704588" y="3840480"/>
            <a:ext cx="502920" cy="54864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4" name="Pilar text 38"/>
          <p:cNvSpPr txBox="1"/>
          <p:nvPr/>
        </p:nvSpPr>
        <p:spPr>
          <a:xfrm>
            <a:off x="4704588" y="4069080"/>
            <a:ext cx="2779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6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Describe aquí el segundo eje temático en dos o tres renglones.</a:t>
            </a:r>
            <a:endParaRPr lang="en-US" sz="1400" dirty="0"/>
          </a:p>
        </p:txBody>
      </p:sp>
      <p:pic>
        <p:nvPicPr>
          <p:cNvPr id="15" name="Card 3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016" y="1783080"/>
            <a:ext cx="3511296" cy="402336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10000"/>
              </a:srgbClr>
            </a:outerShdw>
          </a:effectLst>
        </p:spPr>
      </p:pic>
      <p:pic>
        <p:nvPicPr>
          <p:cNvPr id="16" name="Icon FaPeopleGroup 40" descr="PeopleGrou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776" y="2148840"/>
            <a:ext cx="868680" cy="868680"/>
          </a:xfrm>
          <a:prstGeom prst="rect">
            <a:avLst/>
          </a:prstGeom>
        </p:spPr>
      </p:pic>
      <p:sp>
        <p:nvSpPr>
          <p:cNvPr id="17" name="Pilar title 41"/>
          <p:cNvSpPr txBox="1"/>
          <p:nvPr/>
        </p:nvSpPr>
        <p:spPr>
          <a:xfrm>
            <a:off x="8494776" y="3246120"/>
            <a:ext cx="2779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Trabajo en equipo</a:t>
            </a:r>
            <a:endParaRPr lang="en-US" sz="2000" dirty="0"/>
          </a:p>
        </p:txBody>
      </p:sp>
      <p:sp>
        <p:nvSpPr>
          <p:cNvPr id="18" name="Dash 42"/>
          <p:cNvSpPr/>
          <p:nvPr/>
        </p:nvSpPr>
        <p:spPr>
          <a:xfrm>
            <a:off x="8494776" y="3840480"/>
            <a:ext cx="50292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19" name="Pilar text 43"/>
          <p:cNvSpPr txBox="1"/>
          <p:nvPr/>
        </p:nvSpPr>
        <p:spPr>
          <a:xfrm>
            <a:off x="8494776" y="4069080"/>
            <a:ext cx="2779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Describe aquí el tercer eje temático en dos o tres renglones.</a:t>
            </a:r>
            <a:endParaRPr lang="en-US" sz="1400" dirty="0"/>
          </a:p>
        </p:txBody>
      </p:sp>
      <p:sp>
        <p:nvSpPr>
          <p:cNvPr id="20" name="Ejemplo 44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Textos de ejemplo: sustitúyelos por la información real del evento.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601968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343400" y="274320"/>
            <a:ext cx="7296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Programa</a:t>
            </a:r>
            <a:endParaRPr lang="en-US" sz="28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4343400" y="987552"/>
            <a:ext cx="7296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21, 22 y 23 de octubre de 2026</a:t>
            </a:r>
            <a:endParaRPr lang="en-US" sz="1400" dirty="0"/>
          </a:p>
        </p:txBody>
      </p:sp>
      <p:pic>
        <p:nvPicPr>
          <p:cNvPr id="4" name="Card 4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511296" cy="420624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10000"/>
              </a:srgbClr>
            </a:outerShdw>
          </a:effectLst>
        </p:spPr>
      </p:pic>
      <p:pic>
        <p:nvPicPr>
          <p:cNvPr id="5" name="Card 4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3511296" cy="1005840"/>
          </a:xfrm>
          <a:prstGeom prst="rect">
            <a:avLst/>
          </a:prstGeom>
        </p:spPr>
      </p:pic>
      <p:sp>
        <p:nvSpPr>
          <p:cNvPr id="6" name="Dia 47"/>
          <p:cNvSpPr txBox="1"/>
          <p:nvPr/>
        </p:nvSpPr>
        <p:spPr>
          <a:xfrm>
            <a:off x="868680" y="17830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C9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21</a:t>
            </a:r>
            <a:endParaRPr lang="en-US" sz="4000" dirty="0"/>
          </a:p>
        </p:txBody>
      </p:sp>
      <p:sp>
        <p:nvSpPr>
          <p:cNvPr id="7" name="Mes 48"/>
          <p:cNvSpPr txBox="1"/>
          <p:nvPr/>
        </p:nvSpPr>
        <p:spPr>
          <a:xfrm>
            <a:off x="1874520" y="1874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OCT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FE6F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Día 1</a:t>
            </a:r>
            <a:endParaRPr lang="en-US" sz="1400" dirty="0"/>
          </a:p>
        </p:txBody>
      </p:sp>
      <p:sp>
        <p:nvSpPr>
          <p:cNvPr id="8" name="Hora 49"/>
          <p:cNvSpPr txBox="1"/>
          <p:nvPr/>
        </p:nvSpPr>
        <p:spPr>
          <a:xfrm>
            <a:off x="868680" y="2926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00:00</a:t>
            </a:r>
            <a:endParaRPr lang="en-US" sz="1400" dirty="0"/>
          </a:p>
        </p:txBody>
      </p:sp>
      <p:sp>
        <p:nvSpPr>
          <p:cNvPr id="9" name="Actividad 50"/>
          <p:cNvSpPr txBox="1"/>
          <p:nvPr/>
        </p:nvSpPr>
        <p:spPr>
          <a:xfrm>
            <a:off x="1783080" y="2907792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A47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Nombre de la actividad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Ponente · Sala</a:t>
            </a:r>
            <a:endParaRPr lang="en-US" sz="1300" dirty="0"/>
          </a:p>
        </p:txBody>
      </p:sp>
      <p:sp>
        <p:nvSpPr>
          <p:cNvPr id="10" name="Sep 51"/>
          <p:cNvSpPr/>
          <p:nvPr/>
        </p:nvSpPr>
        <p:spPr>
          <a:xfrm>
            <a:off x="868680" y="3703320"/>
            <a:ext cx="2871216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</p:sp>
      <p:sp>
        <p:nvSpPr>
          <p:cNvPr id="11" name="Hora 52"/>
          <p:cNvSpPr txBox="1"/>
          <p:nvPr/>
        </p:nvSpPr>
        <p:spPr>
          <a:xfrm>
            <a:off x="868680" y="38862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00:00</a:t>
            </a:r>
            <a:endParaRPr lang="en-US" sz="1400" dirty="0"/>
          </a:p>
        </p:txBody>
      </p:sp>
      <p:sp>
        <p:nvSpPr>
          <p:cNvPr id="12" name="Actividad 53"/>
          <p:cNvSpPr txBox="1"/>
          <p:nvPr/>
        </p:nvSpPr>
        <p:spPr>
          <a:xfrm>
            <a:off x="1783080" y="3867912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A47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Nombre de la actividad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Ponente · Sala</a:t>
            </a:r>
            <a:endParaRPr lang="en-US" sz="1300" dirty="0"/>
          </a:p>
        </p:txBody>
      </p:sp>
      <p:sp>
        <p:nvSpPr>
          <p:cNvPr id="13" name="Sep 54"/>
          <p:cNvSpPr/>
          <p:nvPr/>
        </p:nvSpPr>
        <p:spPr>
          <a:xfrm>
            <a:off x="868680" y="4663440"/>
            <a:ext cx="2871216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</p:sp>
      <p:sp>
        <p:nvSpPr>
          <p:cNvPr id="14" name="Hora 55"/>
          <p:cNvSpPr txBox="1"/>
          <p:nvPr/>
        </p:nvSpPr>
        <p:spPr>
          <a:xfrm>
            <a:off x="868680" y="48463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00:00</a:t>
            </a:r>
            <a:endParaRPr lang="en-US" sz="1400" dirty="0"/>
          </a:p>
        </p:txBody>
      </p:sp>
      <p:sp>
        <p:nvSpPr>
          <p:cNvPr id="15" name="Actividad 56"/>
          <p:cNvSpPr txBox="1"/>
          <p:nvPr/>
        </p:nvSpPr>
        <p:spPr>
          <a:xfrm>
            <a:off x="1783080" y="4828032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A47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Nombre de la actividad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Ponente · Sala</a:t>
            </a:r>
            <a:endParaRPr lang="en-US" sz="1300" dirty="0"/>
          </a:p>
        </p:txBody>
      </p:sp>
      <p:pic>
        <p:nvPicPr>
          <p:cNvPr id="16" name="Card 5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1691640"/>
            <a:ext cx="3511296" cy="420624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10000"/>
              </a:srgbClr>
            </a:outerShdw>
          </a:effectLst>
        </p:spPr>
      </p:pic>
      <p:pic>
        <p:nvPicPr>
          <p:cNvPr id="17" name="Card 5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828" y="1691640"/>
            <a:ext cx="3511296" cy="1005840"/>
          </a:xfrm>
          <a:prstGeom prst="rect">
            <a:avLst/>
          </a:prstGeom>
        </p:spPr>
      </p:pic>
      <p:sp>
        <p:nvSpPr>
          <p:cNvPr id="18" name="Dia 59"/>
          <p:cNvSpPr txBox="1"/>
          <p:nvPr/>
        </p:nvSpPr>
        <p:spPr>
          <a:xfrm>
            <a:off x="4658868" y="17830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C9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22</a:t>
            </a:r>
            <a:endParaRPr lang="en-US" sz="4000" dirty="0"/>
          </a:p>
        </p:txBody>
      </p:sp>
      <p:sp>
        <p:nvSpPr>
          <p:cNvPr id="19" name="Mes 60"/>
          <p:cNvSpPr txBox="1"/>
          <p:nvPr/>
        </p:nvSpPr>
        <p:spPr>
          <a:xfrm>
            <a:off x="5664708" y="1874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OCT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FE6F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Día 2</a:t>
            </a:r>
            <a:endParaRPr lang="en-US" sz="1400" dirty="0"/>
          </a:p>
        </p:txBody>
      </p:sp>
      <p:sp>
        <p:nvSpPr>
          <p:cNvPr id="20" name="Hora 61"/>
          <p:cNvSpPr txBox="1"/>
          <p:nvPr/>
        </p:nvSpPr>
        <p:spPr>
          <a:xfrm>
            <a:off x="4658868" y="2926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00:00</a:t>
            </a:r>
            <a:endParaRPr lang="en-US" sz="1400" dirty="0"/>
          </a:p>
        </p:txBody>
      </p:sp>
      <p:sp>
        <p:nvSpPr>
          <p:cNvPr id="21" name="Actividad 62"/>
          <p:cNvSpPr txBox="1"/>
          <p:nvPr/>
        </p:nvSpPr>
        <p:spPr>
          <a:xfrm>
            <a:off x="5573268" y="2907792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A47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Nombre de la actividad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Ponente · Sala</a:t>
            </a:r>
            <a:endParaRPr lang="en-US" sz="1300" dirty="0"/>
          </a:p>
        </p:txBody>
      </p:sp>
      <p:sp>
        <p:nvSpPr>
          <p:cNvPr id="22" name="Sep 63"/>
          <p:cNvSpPr/>
          <p:nvPr/>
        </p:nvSpPr>
        <p:spPr>
          <a:xfrm>
            <a:off x="4658868" y="3703320"/>
            <a:ext cx="2871216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</p:sp>
      <p:sp>
        <p:nvSpPr>
          <p:cNvPr id="23" name="Hora 64"/>
          <p:cNvSpPr txBox="1"/>
          <p:nvPr/>
        </p:nvSpPr>
        <p:spPr>
          <a:xfrm>
            <a:off x="4658868" y="38862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00:00</a:t>
            </a:r>
            <a:endParaRPr lang="en-US" sz="1400" dirty="0"/>
          </a:p>
        </p:txBody>
      </p:sp>
      <p:sp>
        <p:nvSpPr>
          <p:cNvPr id="24" name="Actividad 65"/>
          <p:cNvSpPr txBox="1"/>
          <p:nvPr/>
        </p:nvSpPr>
        <p:spPr>
          <a:xfrm>
            <a:off x="5573268" y="3867912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A47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Nombre de la actividad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Ponente · Sala</a:t>
            </a:r>
            <a:endParaRPr lang="en-US" sz="1300" dirty="0"/>
          </a:p>
        </p:txBody>
      </p:sp>
      <p:sp>
        <p:nvSpPr>
          <p:cNvPr id="25" name="Sep 66"/>
          <p:cNvSpPr/>
          <p:nvPr/>
        </p:nvSpPr>
        <p:spPr>
          <a:xfrm>
            <a:off x="4658868" y="4663440"/>
            <a:ext cx="2871216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</p:sp>
      <p:sp>
        <p:nvSpPr>
          <p:cNvPr id="26" name="Hora 67"/>
          <p:cNvSpPr txBox="1"/>
          <p:nvPr/>
        </p:nvSpPr>
        <p:spPr>
          <a:xfrm>
            <a:off x="4658868" y="48463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00:00</a:t>
            </a:r>
            <a:endParaRPr lang="en-US" sz="1400" dirty="0"/>
          </a:p>
        </p:txBody>
      </p:sp>
      <p:sp>
        <p:nvSpPr>
          <p:cNvPr id="27" name="Actividad 68"/>
          <p:cNvSpPr txBox="1"/>
          <p:nvPr/>
        </p:nvSpPr>
        <p:spPr>
          <a:xfrm>
            <a:off x="5573268" y="4828032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A47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Nombre de la actividad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Ponente · Sala</a:t>
            </a:r>
            <a:endParaRPr lang="en-US" sz="1300" dirty="0"/>
          </a:p>
        </p:txBody>
      </p:sp>
      <p:pic>
        <p:nvPicPr>
          <p:cNvPr id="28" name="Card 6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9016" y="1691640"/>
            <a:ext cx="3511296" cy="420624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10000"/>
              </a:srgbClr>
            </a:outerShdw>
          </a:effectLst>
        </p:spPr>
      </p:pic>
      <p:pic>
        <p:nvPicPr>
          <p:cNvPr id="29" name="Card 7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016" y="1691640"/>
            <a:ext cx="3511296" cy="1005840"/>
          </a:xfrm>
          <a:prstGeom prst="rect">
            <a:avLst/>
          </a:prstGeom>
        </p:spPr>
      </p:pic>
      <p:sp>
        <p:nvSpPr>
          <p:cNvPr id="30" name="Dia 71"/>
          <p:cNvSpPr txBox="1"/>
          <p:nvPr/>
        </p:nvSpPr>
        <p:spPr>
          <a:xfrm>
            <a:off x="8449056" y="17830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2C9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23</a:t>
            </a:r>
            <a:endParaRPr lang="en-US" sz="4000" dirty="0"/>
          </a:p>
        </p:txBody>
      </p:sp>
      <p:sp>
        <p:nvSpPr>
          <p:cNvPr id="31" name="Mes 72"/>
          <p:cNvSpPr txBox="1"/>
          <p:nvPr/>
        </p:nvSpPr>
        <p:spPr>
          <a:xfrm>
            <a:off x="9454896" y="1874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OCT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FE6F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Día 3</a:t>
            </a:r>
            <a:endParaRPr lang="en-US" sz="1400" dirty="0"/>
          </a:p>
        </p:txBody>
      </p:sp>
      <p:sp>
        <p:nvSpPr>
          <p:cNvPr id="32" name="Hora 73"/>
          <p:cNvSpPr txBox="1"/>
          <p:nvPr/>
        </p:nvSpPr>
        <p:spPr>
          <a:xfrm>
            <a:off x="8449056" y="2926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00:00</a:t>
            </a:r>
            <a:endParaRPr lang="en-US" sz="1400" dirty="0"/>
          </a:p>
        </p:txBody>
      </p:sp>
      <p:sp>
        <p:nvSpPr>
          <p:cNvPr id="33" name="Actividad 74"/>
          <p:cNvSpPr txBox="1"/>
          <p:nvPr/>
        </p:nvSpPr>
        <p:spPr>
          <a:xfrm>
            <a:off x="9363456" y="2907792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A47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Nombre de la actividad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Ponente · Sala</a:t>
            </a:r>
            <a:endParaRPr lang="en-US" sz="1300" dirty="0"/>
          </a:p>
        </p:txBody>
      </p:sp>
      <p:sp>
        <p:nvSpPr>
          <p:cNvPr id="34" name="Sep 75"/>
          <p:cNvSpPr/>
          <p:nvPr/>
        </p:nvSpPr>
        <p:spPr>
          <a:xfrm>
            <a:off x="8449056" y="3703320"/>
            <a:ext cx="2871216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</p:sp>
      <p:sp>
        <p:nvSpPr>
          <p:cNvPr id="35" name="Hora 76"/>
          <p:cNvSpPr txBox="1"/>
          <p:nvPr/>
        </p:nvSpPr>
        <p:spPr>
          <a:xfrm>
            <a:off x="8449056" y="38862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00:00</a:t>
            </a:r>
            <a:endParaRPr lang="en-US" sz="1400" dirty="0"/>
          </a:p>
        </p:txBody>
      </p:sp>
      <p:sp>
        <p:nvSpPr>
          <p:cNvPr id="36" name="Actividad 77"/>
          <p:cNvSpPr txBox="1"/>
          <p:nvPr/>
        </p:nvSpPr>
        <p:spPr>
          <a:xfrm>
            <a:off x="9363456" y="3867912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A47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Nombre de la actividad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Ponente · Sala</a:t>
            </a:r>
            <a:endParaRPr lang="en-US" sz="1300" dirty="0"/>
          </a:p>
        </p:txBody>
      </p:sp>
      <p:sp>
        <p:nvSpPr>
          <p:cNvPr id="37" name="Sep 78"/>
          <p:cNvSpPr/>
          <p:nvPr/>
        </p:nvSpPr>
        <p:spPr>
          <a:xfrm>
            <a:off x="8449056" y="4663440"/>
            <a:ext cx="2871216" cy="0"/>
          </a:xfrm>
          <a:prstGeom prst="line">
            <a:avLst/>
          </a:prstGeom>
          <a:noFill/>
          <a:ln w="12700">
            <a:solidFill>
              <a:srgbClr val="DCE6F2"/>
            </a:solidFill>
            <a:prstDash val="solid"/>
          </a:ln>
        </p:spPr>
      </p:sp>
      <p:sp>
        <p:nvSpPr>
          <p:cNvPr id="38" name="Hora 79"/>
          <p:cNvSpPr txBox="1"/>
          <p:nvPr/>
        </p:nvSpPr>
        <p:spPr>
          <a:xfrm>
            <a:off x="8449056" y="48463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00:00</a:t>
            </a:r>
            <a:endParaRPr lang="en-US" sz="1400" dirty="0"/>
          </a:p>
        </p:txBody>
      </p:sp>
      <p:sp>
        <p:nvSpPr>
          <p:cNvPr id="39" name="Actividad 80"/>
          <p:cNvSpPr txBox="1"/>
          <p:nvPr/>
        </p:nvSpPr>
        <p:spPr>
          <a:xfrm>
            <a:off x="9363456" y="4828032"/>
            <a:ext cx="2002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A47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Nombre de la actividad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Ponente · Sala</a:t>
            </a:r>
            <a:endParaRPr lang="en-US" sz="1300" dirty="0"/>
          </a:p>
        </p:txBody>
      </p:sp>
      <p:sp>
        <p:nvSpPr>
          <p:cNvPr id="40" name="Ejemplo 81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Horarios y actividades de ejemplo: sustitúyelos por el programa oficial.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601968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5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6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6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6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6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6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65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6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6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6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65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65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6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6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6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6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6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6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343400" y="274320"/>
            <a:ext cx="7296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Ponentes</a:t>
            </a:r>
            <a:endParaRPr lang="en-US" sz="28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4343400" y="987552"/>
            <a:ext cx="7296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Sustituye cada círculo por la foto del ponente (clic derecho › Cambiar imagen)</a:t>
            </a:r>
            <a:endParaRPr lang="en-US" sz="1400" dirty="0"/>
          </a:p>
        </p:txBody>
      </p:sp>
      <p:pic>
        <p:nvPicPr>
          <p:cNvPr id="4" name="Card 8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2514600" cy="393192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10000"/>
              </a:srgbClr>
            </a:outerShdw>
          </a:effectLst>
        </p:spPr>
      </p:pic>
      <p:sp>
        <p:nvSpPr>
          <p:cNvPr id="5" name="Aro 83"/>
          <p:cNvSpPr/>
          <p:nvPr/>
        </p:nvSpPr>
        <p:spPr>
          <a:xfrm>
            <a:off x="905256" y="1956816"/>
            <a:ext cx="1801368" cy="1801368"/>
          </a:xfrm>
          <a:prstGeom prst="ellipse">
            <a:avLst/>
          </a:prstGeom>
          <a:solidFill>
            <a:srgbClr val="F2C94C"/>
          </a:solidFill>
          <a:ln/>
        </p:spPr>
      </p:sp>
      <p:pic>
        <p:nvPicPr>
          <p:cNvPr id="6" name="Icon FaUserDoctor 84" descr="UserDoc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11680"/>
            <a:ext cx="1691640" cy="1691640"/>
          </a:xfrm>
          <a:prstGeom prst="rect">
            <a:avLst/>
          </a:prstGeom>
        </p:spPr>
      </p:pic>
      <p:sp>
        <p:nvSpPr>
          <p:cNvPr id="7" name="Nombre 85"/>
          <p:cNvSpPr txBox="1"/>
          <p:nvPr/>
        </p:nvSpPr>
        <p:spPr>
          <a:xfrm>
            <a:off x="731520" y="3931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del ponente</a:t>
            </a:r>
            <a:endParaRPr lang="en-US" sz="1500" dirty="0"/>
          </a:p>
        </p:txBody>
      </p:sp>
      <p:sp>
        <p:nvSpPr>
          <p:cNvPr id="8" name="Dash 86"/>
          <p:cNvSpPr/>
          <p:nvPr/>
        </p:nvSpPr>
        <p:spPr>
          <a:xfrm>
            <a:off x="1577340" y="4462272"/>
            <a:ext cx="4572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9" name="Cargo 87"/>
          <p:cNvSpPr txBox="1"/>
          <p:nvPr/>
        </p:nvSpPr>
        <p:spPr>
          <a:xfrm>
            <a:off x="731520" y="4617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629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Cargo o especialidad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Institución</a:t>
            </a:r>
            <a:endParaRPr lang="en-US" sz="1200" dirty="0"/>
          </a:p>
        </p:txBody>
      </p:sp>
      <p:pic>
        <p:nvPicPr>
          <p:cNvPr id="10" name="Card 8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578" y="1737360"/>
            <a:ext cx="2514600" cy="393192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10000"/>
              </a:srgbClr>
            </a:outerShdw>
          </a:effectLst>
        </p:spPr>
      </p:pic>
      <p:sp>
        <p:nvSpPr>
          <p:cNvPr id="11" name="Aro 89"/>
          <p:cNvSpPr/>
          <p:nvPr/>
        </p:nvSpPr>
        <p:spPr>
          <a:xfrm>
            <a:off x="3765194" y="1956816"/>
            <a:ext cx="1801368" cy="1801368"/>
          </a:xfrm>
          <a:prstGeom prst="ellipse">
            <a:avLst/>
          </a:prstGeom>
          <a:solidFill>
            <a:srgbClr val="F2C94C"/>
          </a:solidFill>
          <a:ln/>
        </p:spPr>
      </p:sp>
      <p:pic>
        <p:nvPicPr>
          <p:cNvPr id="12" name="Icon FaUserDoctor 90" descr="UserDoc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058" y="2011680"/>
            <a:ext cx="1691640" cy="1691640"/>
          </a:xfrm>
          <a:prstGeom prst="rect">
            <a:avLst/>
          </a:prstGeom>
        </p:spPr>
      </p:pic>
      <p:sp>
        <p:nvSpPr>
          <p:cNvPr id="13" name="Nombre 91"/>
          <p:cNvSpPr txBox="1"/>
          <p:nvPr/>
        </p:nvSpPr>
        <p:spPr>
          <a:xfrm>
            <a:off x="3591458" y="3931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del ponente</a:t>
            </a:r>
            <a:endParaRPr lang="en-US" sz="1500" dirty="0"/>
          </a:p>
        </p:txBody>
      </p:sp>
      <p:sp>
        <p:nvSpPr>
          <p:cNvPr id="14" name="Dash 92"/>
          <p:cNvSpPr/>
          <p:nvPr/>
        </p:nvSpPr>
        <p:spPr>
          <a:xfrm>
            <a:off x="4437278" y="4462272"/>
            <a:ext cx="4572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15" name="Cargo 93"/>
          <p:cNvSpPr txBox="1"/>
          <p:nvPr/>
        </p:nvSpPr>
        <p:spPr>
          <a:xfrm>
            <a:off x="3591458" y="4617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629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Cargo o especialidad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Institución</a:t>
            </a:r>
            <a:endParaRPr lang="en-US" sz="1200" dirty="0"/>
          </a:p>
        </p:txBody>
      </p:sp>
      <p:pic>
        <p:nvPicPr>
          <p:cNvPr id="16" name="Card 9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517" y="1737360"/>
            <a:ext cx="2514600" cy="393192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10000"/>
              </a:srgbClr>
            </a:outerShdw>
          </a:effectLst>
        </p:spPr>
      </p:pic>
      <p:sp>
        <p:nvSpPr>
          <p:cNvPr id="17" name="Aro 95"/>
          <p:cNvSpPr/>
          <p:nvPr/>
        </p:nvSpPr>
        <p:spPr>
          <a:xfrm>
            <a:off x="6625133" y="1956816"/>
            <a:ext cx="1801368" cy="1801368"/>
          </a:xfrm>
          <a:prstGeom prst="ellipse">
            <a:avLst/>
          </a:prstGeom>
          <a:solidFill>
            <a:srgbClr val="F2C94C"/>
          </a:solidFill>
          <a:ln/>
        </p:spPr>
      </p:sp>
      <p:pic>
        <p:nvPicPr>
          <p:cNvPr id="18" name="Icon FaUserDoctor 96" descr="UserDoct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997" y="2011680"/>
            <a:ext cx="1691640" cy="1691640"/>
          </a:xfrm>
          <a:prstGeom prst="rect">
            <a:avLst/>
          </a:prstGeom>
        </p:spPr>
      </p:pic>
      <p:sp>
        <p:nvSpPr>
          <p:cNvPr id="19" name="Nombre 97"/>
          <p:cNvSpPr txBox="1"/>
          <p:nvPr/>
        </p:nvSpPr>
        <p:spPr>
          <a:xfrm>
            <a:off x="6451397" y="3931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del ponente</a:t>
            </a:r>
            <a:endParaRPr lang="en-US" sz="1500" dirty="0"/>
          </a:p>
        </p:txBody>
      </p:sp>
      <p:sp>
        <p:nvSpPr>
          <p:cNvPr id="20" name="Dash 98"/>
          <p:cNvSpPr/>
          <p:nvPr/>
        </p:nvSpPr>
        <p:spPr>
          <a:xfrm>
            <a:off x="7297217" y="4462272"/>
            <a:ext cx="4572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21" name="Cargo 99"/>
          <p:cNvSpPr txBox="1"/>
          <p:nvPr/>
        </p:nvSpPr>
        <p:spPr>
          <a:xfrm>
            <a:off x="6451397" y="4617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629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Cargo o especialidad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Institución</a:t>
            </a:r>
            <a:endParaRPr lang="en-US" sz="1200" dirty="0"/>
          </a:p>
        </p:txBody>
      </p:sp>
      <p:pic>
        <p:nvPicPr>
          <p:cNvPr id="22" name="Card 10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8455" y="1737360"/>
            <a:ext cx="2514600" cy="393192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10000"/>
              </a:srgbClr>
            </a:outerShdw>
          </a:effectLst>
        </p:spPr>
      </p:pic>
      <p:sp>
        <p:nvSpPr>
          <p:cNvPr id="23" name="Aro 101"/>
          <p:cNvSpPr/>
          <p:nvPr/>
        </p:nvSpPr>
        <p:spPr>
          <a:xfrm>
            <a:off x="9485071" y="1956816"/>
            <a:ext cx="1801368" cy="1801368"/>
          </a:xfrm>
          <a:prstGeom prst="ellipse">
            <a:avLst/>
          </a:prstGeom>
          <a:solidFill>
            <a:srgbClr val="F2C94C"/>
          </a:solidFill>
          <a:ln/>
        </p:spPr>
      </p:sp>
      <p:pic>
        <p:nvPicPr>
          <p:cNvPr id="24" name="Icon FaUserDoctor 102" descr="UserDocto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9935" y="2011680"/>
            <a:ext cx="1691640" cy="1691640"/>
          </a:xfrm>
          <a:prstGeom prst="rect">
            <a:avLst/>
          </a:prstGeom>
        </p:spPr>
      </p:pic>
      <p:sp>
        <p:nvSpPr>
          <p:cNvPr id="25" name="Nombre 103"/>
          <p:cNvSpPr txBox="1"/>
          <p:nvPr/>
        </p:nvSpPr>
        <p:spPr>
          <a:xfrm>
            <a:off x="9311335" y="3931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del ponente</a:t>
            </a:r>
            <a:endParaRPr lang="en-US" sz="1500" dirty="0"/>
          </a:p>
        </p:txBody>
      </p:sp>
      <p:sp>
        <p:nvSpPr>
          <p:cNvPr id="26" name="Dash 104"/>
          <p:cNvSpPr/>
          <p:nvPr/>
        </p:nvSpPr>
        <p:spPr>
          <a:xfrm>
            <a:off x="10157155" y="4462272"/>
            <a:ext cx="45720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27" name="Cargo 105"/>
          <p:cNvSpPr txBox="1"/>
          <p:nvPr/>
        </p:nvSpPr>
        <p:spPr>
          <a:xfrm>
            <a:off x="9311335" y="4617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629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Cargo o especialidad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Institución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601968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343400" y="274320"/>
            <a:ext cx="7296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El summit en cifras</a:t>
            </a:r>
            <a:endParaRPr lang="en-US" sz="28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4343400" y="987552"/>
            <a:ext cx="7296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Números grandes con su etiqueta; el principal va destacado</a:t>
            </a:r>
            <a:endParaRPr lang="en-US" sz="1400" dirty="0"/>
          </a:p>
        </p:txBody>
      </p:sp>
      <p:pic>
        <p:nvPicPr>
          <p:cNvPr id="4" name="Card 1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2514600" cy="329184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25000"/>
              </a:srgbClr>
            </a:outerShdw>
          </a:effectLst>
        </p:spPr>
      </p:pic>
      <p:sp>
        <p:nvSpPr>
          <p:cNvPr id="5" name="Cifra 107"/>
          <p:cNvSpPr txBox="1"/>
          <p:nvPr/>
        </p:nvSpPr>
        <p:spPr>
          <a:xfrm>
            <a:off x="822960" y="21031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2C9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6" name="Dash 108"/>
          <p:cNvSpPr/>
          <p:nvPr/>
        </p:nvSpPr>
        <p:spPr>
          <a:xfrm>
            <a:off x="822960" y="3474720"/>
            <a:ext cx="502920" cy="54864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7" name="Etiqueta 109"/>
          <p:cNvSpPr txBox="1"/>
          <p:nvPr/>
        </p:nvSpPr>
        <p:spPr>
          <a:xfrm>
            <a:off x="822960" y="36576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días de actividades</a:t>
            </a:r>
            <a:endParaRPr lang="en-US" sz="1600" dirty="0"/>
          </a:p>
        </p:txBody>
      </p:sp>
      <p:sp>
        <p:nvSpPr>
          <p:cNvPr id="8" name="Apoyo 110"/>
          <p:cNvSpPr txBox="1"/>
          <p:nvPr/>
        </p:nvSpPr>
        <p:spPr>
          <a:xfrm>
            <a:off x="822960" y="4434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6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 al 23 de octubre</a:t>
            </a:r>
            <a:endParaRPr lang="en-US" sz="1200" dirty="0"/>
          </a:p>
        </p:txBody>
      </p:sp>
      <p:pic>
        <p:nvPicPr>
          <p:cNvPr id="9" name="Card 1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8578" y="1828800"/>
            <a:ext cx="2514600" cy="329184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10000"/>
              </a:srgbClr>
            </a:outerShdw>
          </a:effectLst>
        </p:spPr>
      </p:pic>
      <p:sp>
        <p:nvSpPr>
          <p:cNvPr id="10" name="Cifra 112"/>
          <p:cNvSpPr txBox="1"/>
          <p:nvPr/>
        </p:nvSpPr>
        <p:spPr>
          <a:xfrm>
            <a:off x="3682898" y="21031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00</a:t>
            </a:r>
            <a:endParaRPr lang="en-US" sz="7200" dirty="0"/>
          </a:p>
        </p:txBody>
      </p:sp>
      <p:sp>
        <p:nvSpPr>
          <p:cNvPr id="11" name="Dash 113"/>
          <p:cNvSpPr/>
          <p:nvPr/>
        </p:nvSpPr>
        <p:spPr>
          <a:xfrm>
            <a:off x="3682898" y="3474720"/>
            <a:ext cx="50292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12" name="Etiqueta 114"/>
          <p:cNvSpPr txBox="1"/>
          <p:nvPr/>
        </p:nvSpPr>
        <p:spPr>
          <a:xfrm>
            <a:off x="3682898" y="36576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conferencias magistrales</a:t>
            </a:r>
            <a:endParaRPr lang="en-US" sz="1600" dirty="0"/>
          </a:p>
        </p:txBody>
      </p:sp>
      <p:sp>
        <p:nvSpPr>
          <p:cNvPr id="13" name="Apoyo 115"/>
          <p:cNvSpPr txBox="1"/>
          <p:nvPr/>
        </p:nvSpPr>
        <p:spPr>
          <a:xfrm>
            <a:off x="3682898" y="4434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 de apoyo</a:t>
            </a:r>
            <a:endParaRPr lang="en-US" sz="1200" dirty="0"/>
          </a:p>
        </p:txBody>
      </p:sp>
      <p:pic>
        <p:nvPicPr>
          <p:cNvPr id="14" name="Card 11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517" y="1828800"/>
            <a:ext cx="2514600" cy="329184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10000"/>
              </a:srgbClr>
            </a:outerShdw>
          </a:effectLst>
        </p:spPr>
      </p:pic>
      <p:sp>
        <p:nvSpPr>
          <p:cNvPr id="15" name="Cifra 117"/>
          <p:cNvSpPr txBox="1"/>
          <p:nvPr/>
        </p:nvSpPr>
        <p:spPr>
          <a:xfrm>
            <a:off x="6542837" y="21031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00</a:t>
            </a:r>
            <a:endParaRPr lang="en-US" sz="7200" dirty="0"/>
          </a:p>
        </p:txBody>
      </p:sp>
      <p:sp>
        <p:nvSpPr>
          <p:cNvPr id="16" name="Dash 118"/>
          <p:cNvSpPr/>
          <p:nvPr/>
        </p:nvSpPr>
        <p:spPr>
          <a:xfrm>
            <a:off x="6542837" y="3474720"/>
            <a:ext cx="50292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17" name="Etiqueta 119"/>
          <p:cNvSpPr txBox="1"/>
          <p:nvPr/>
        </p:nvSpPr>
        <p:spPr>
          <a:xfrm>
            <a:off x="6542837" y="36576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ponentes invitados</a:t>
            </a:r>
            <a:endParaRPr lang="en-US" sz="1600" dirty="0"/>
          </a:p>
        </p:txBody>
      </p:sp>
      <p:sp>
        <p:nvSpPr>
          <p:cNvPr id="18" name="Apoyo 120"/>
          <p:cNvSpPr txBox="1"/>
          <p:nvPr/>
        </p:nvSpPr>
        <p:spPr>
          <a:xfrm>
            <a:off x="6542837" y="4434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 de apoyo</a:t>
            </a:r>
            <a:endParaRPr lang="en-US" sz="1200" dirty="0"/>
          </a:p>
        </p:txBody>
      </p:sp>
      <p:pic>
        <p:nvPicPr>
          <p:cNvPr id="19" name="Card 1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455" y="1828800"/>
            <a:ext cx="2514600" cy="329184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10000"/>
              </a:srgbClr>
            </a:outerShdw>
          </a:effectLst>
        </p:spPr>
      </p:pic>
      <p:sp>
        <p:nvSpPr>
          <p:cNvPr id="20" name="Cifra 122"/>
          <p:cNvSpPr txBox="1"/>
          <p:nvPr/>
        </p:nvSpPr>
        <p:spPr>
          <a:xfrm>
            <a:off x="9402775" y="21031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00</a:t>
            </a:r>
            <a:endParaRPr lang="en-US" sz="7200" dirty="0"/>
          </a:p>
        </p:txBody>
      </p:sp>
      <p:sp>
        <p:nvSpPr>
          <p:cNvPr id="21" name="Dash 123"/>
          <p:cNvSpPr/>
          <p:nvPr/>
        </p:nvSpPr>
        <p:spPr>
          <a:xfrm>
            <a:off x="9402775" y="3474720"/>
            <a:ext cx="50292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22" name="Etiqueta 124"/>
          <p:cNvSpPr txBox="1"/>
          <p:nvPr/>
        </p:nvSpPr>
        <p:spPr>
          <a:xfrm>
            <a:off x="9402775" y="36576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talleres prácticos</a:t>
            </a:r>
            <a:endParaRPr lang="en-US" sz="1600" dirty="0"/>
          </a:p>
        </p:txBody>
      </p:sp>
      <p:sp>
        <p:nvSpPr>
          <p:cNvPr id="23" name="Apoyo 125"/>
          <p:cNvSpPr txBox="1"/>
          <p:nvPr/>
        </p:nvSpPr>
        <p:spPr>
          <a:xfrm>
            <a:off x="9402775" y="4434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 de apoyo</a:t>
            </a:r>
            <a:endParaRPr lang="en-US" sz="1200" dirty="0"/>
          </a:p>
        </p:txBody>
      </p:sp>
      <p:pic>
        <p:nvPicPr>
          <p:cNvPr id="24" name="Note card 12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440680"/>
            <a:ext cx="6766560" cy="566928"/>
          </a:xfrm>
          <a:prstGeom prst="rect">
            <a:avLst/>
          </a:prstGeom>
        </p:spPr>
      </p:pic>
      <p:sp>
        <p:nvSpPr>
          <p:cNvPr id="25" name="Note outline 127"/>
          <p:cNvSpPr/>
          <p:nvPr/>
        </p:nvSpPr>
        <p:spPr>
          <a:xfrm>
            <a:off x="548640" y="5440680"/>
            <a:ext cx="6766560" cy="566928"/>
          </a:xfrm>
          <a:prstGeom prst="roundRect">
            <a:avLst>
              <a:gd name="adj" fmla="val 22581"/>
            </a:avLst>
          </a:prstGeom>
          <a:ln w="19050">
            <a:solidFill>
              <a:srgbClr val="F2C94C"/>
            </a:solidFill>
            <a:prstDash val="solid"/>
          </a:ln>
        </p:spPr>
      </p:sp>
      <p:pic>
        <p:nvPicPr>
          <p:cNvPr id="26" name="Icon FaCircleInfo 128" descr="CircleInf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5559552"/>
            <a:ext cx="329184" cy="329184"/>
          </a:xfrm>
          <a:prstGeom prst="rect">
            <a:avLst/>
          </a:prstGeom>
        </p:spPr>
      </p:pic>
      <p:sp>
        <p:nvSpPr>
          <p:cNvPr id="27" name="Note text 129"/>
          <p:cNvSpPr txBox="1"/>
          <p:nvPr/>
        </p:nvSpPr>
        <p:spPr>
          <a:xfrm>
            <a:off x="1152144" y="546811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2A4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valores «00» son de ejemplo: reemplázalos por las cifras confirmadas del evento.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601968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4343400" y="274320"/>
            <a:ext cx="7296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Mensaje clave</a:t>
            </a:r>
            <a:endParaRPr lang="en-US" sz="2800" dirty="0"/>
          </a:p>
        </p:txBody>
      </p:sp>
      <p:pic>
        <p:nvPicPr>
          <p:cNvPr id="3" name="Card 13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1094415" cy="4160520"/>
          </a:xfrm>
          <a:prstGeom prst="rect">
            <a:avLst/>
          </a:prstGeom>
          <a:effectLst>
            <a:outerShdw sx="100000" sy="100000" kx="0" ky="0" algn="bl" rotWithShape="0" blurRad="203200" dist="63500" dir="5400000">
              <a:srgbClr val="0E2A47">
                <a:alpha val="25000"/>
              </a:srgbClr>
            </a:outerShdw>
          </a:effectLst>
        </p:spPr>
      </p:pic>
      <p:pic>
        <p:nvPicPr>
          <p:cNvPr id="4" name="Watermark FaQuoteRight 13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3657600"/>
            <a:ext cx="1737360" cy="1737360"/>
          </a:xfrm>
          <a:prstGeom prst="rect">
            <a:avLst/>
          </a:prstGeom>
        </p:spPr>
      </p:pic>
      <p:pic>
        <p:nvPicPr>
          <p:cNvPr id="5" name="Icon FaQuoteLeft 132" descr="QuoteLef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48840"/>
            <a:ext cx="822960" cy="822960"/>
          </a:xfrm>
          <a:prstGeom prst="rect">
            <a:avLst/>
          </a:prstGeom>
        </p:spPr>
      </p:pic>
      <p:sp>
        <p:nvSpPr>
          <p:cNvPr id="6" name="Cita 133"/>
          <p:cNvSpPr txBox="1"/>
          <p:nvPr/>
        </p:nvSpPr>
        <p:spPr>
          <a:xfrm>
            <a:off x="1051560" y="3154680"/>
            <a:ext cx="8961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Escribe aquí una frase inspiradora o el mensaje central de la presentación, en no más de tres renglones.</a:t>
            </a:r>
            <a:endParaRPr lang="en-US" sz="2600" dirty="0"/>
          </a:p>
        </p:txBody>
      </p:sp>
      <p:sp>
        <p:nvSpPr>
          <p:cNvPr id="7" name="Dash 134"/>
          <p:cNvSpPr/>
          <p:nvPr/>
        </p:nvSpPr>
        <p:spPr>
          <a:xfrm>
            <a:off x="1051560" y="4983480"/>
            <a:ext cx="548640" cy="54864"/>
          </a:xfrm>
          <a:prstGeom prst="rect">
            <a:avLst/>
          </a:prstGeom>
          <a:solidFill>
            <a:srgbClr val="2DB34A"/>
          </a:solidFill>
          <a:ln/>
        </p:spPr>
      </p:sp>
      <p:sp>
        <p:nvSpPr>
          <p:cNvPr id="8" name="Autor 135"/>
          <p:cNvSpPr txBox="1"/>
          <p:nvPr/>
        </p:nvSpPr>
        <p:spPr>
          <a:xfrm>
            <a:off x="1783080" y="48006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C94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Nombre del autor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6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Cargo o institución</a:t>
            </a:r>
            <a:endParaRPr lang="en-US" sz="1400" dirty="0"/>
          </a:p>
        </p:txBody>
      </p:sp>
      <p:sp>
        <p:nvSpPr>
          <p:cNvPr id="9" name="Text 2"/>
          <p:cNvSpPr/>
          <p:nvPr>
            <p:ph idx="104" type="body" hasCustomPrompt="1"/>
          </p:nvPr>
        </p:nvSpPr>
        <p:spPr>
          <a:xfrm>
            <a:off x="4343400" y="987552"/>
            <a:ext cx="7296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601968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1371600" y="2148840"/>
            <a:ext cx="94484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1371600" y="342900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100" kern="0" dirty="0">
                <a:solidFill>
                  <a:srgbClr val="CFE6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WESTHILL </a:t>
            </a:r>
            <a:pPr algn="ctr" indent="0" marL="0">
              <a:buNone/>
            </a:pPr>
            <a:r>
              <a:rPr lang="en-US" sz="2200" spc="100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MEDICAL LEADERSHIP </a:t>
            </a:r>
            <a:pPr algn="ctr" indent="0" marL="0">
              <a:buNone/>
            </a:pPr>
            <a:r>
              <a:rPr lang="en-US" sz="2200" spc="100" kern="0" dirty="0">
                <a:solidFill>
                  <a:srgbClr val="CFE6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SUMMIT 2026</a:t>
            </a:r>
            <a:endParaRPr lang="en-US" sz="22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2926080" y="4389120"/>
            <a:ext cx="6339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21, 22 Y 23 DE OCTUBRE DE 2026</a:t>
            </a:r>
            <a:endParaRPr lang="en-US" sz="2200" dirty="0"/>
          </a:p>
        </p:txBody>
      </p:sp>
      <p:sp>
        <p:nvSpPr>
          <p:cNvPr id="5" name="Sede 136"/>
          <p:cNvSpPr txBox="1"/>
          <p:nvPr/>
        </p:nvSpPr>
        <p:spPr>
          <a:xfrm>
            <a:off x="1371600" y="498348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6F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Facultad de Medicina</a:t>
            </a:r>
            <a:endParaRPr lang="en-US" sz="1600" dirty="0"/>
          </a:p>
        </p:txBody>
      </p:sp>
      <p:sp>
        <p:nvSpPr>
          <p:cNvPr id="6" name="Pill 137"/>
          <p:cNvSpPr txBox="1"/>
          <p:nvPr/>
        </p:nvSpPr>
        <p:spPr>
          <a:xfrm>
            <a:off x="3306928" y="5532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0E2A47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@univwesthill</a:t>
            </a:r>
            <a:endParaRPr lang="en-US" sz="1400" dirty="0"/>
          </a:p>
        </p:txBody>
      </p:sp>
      <p:sp>
        <p:nvSpPr>
          <p:cNvPr id="7" name="Pill 138"/>
          <p:cNvSpPr txBox="1"/>
          <p:nvPr/>
        </p:nvSpPr>
        <p:spPr>
          <a:xfrm>
            <a:off x="6233008" y="5532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266294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#SOMOSWESTHILL</a:t>
            </a:r>
            <a:endParaRPr lang="en-US" sz="14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Westhill Medical Summit">
      <a:dk1>
        <a:srgbClr val="15243A"/>
      </a:dk1>
      <a:lt1>
        <a:srgbClr val="FFFFFF"/>
      </a:lt1>
      <a:dk2>
        <a:srgbClr val="0E2A47"/>
      </a:dk2>
      <a:lt2>
        <a:srgbClr val="EDF3FA"/>
      </a:lt2>
      <a:accent1>
        <a:srgbClr val="266294"/>
      </a:accent1>
      <a:accent2>
        <a:srgbClr val="F2C94C"/>
      </a:accent2>
      <a:accent3>
        <a:srgbClr val="0F62AE"/>
      </a:accent3>
      <a:accent4>
        <a:srgbClr val="2DB34A"/>
      </a:accent4>
      <a:accent5>
        <a:srgbClr val="0A4A92"/>
      </a:accent5>
      <a:accent6>
        <a:srgbClr val="5B6B7D"/>
      </a:accent6>
      <a:hlink>
        <a:srgbClr val="0F62AE"/>
      </a:hlink>
      <a:folHlink>
        <a:srgbClr val="0A4A92"/>
      </a:folHlink>
    </a:clrScheme>
    <a:fontScheme name="Office">
      <a:majorFont>
        <a:latin typeface="Montserrat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Universidad Westhill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Westhill Medical Leadership Summit 2026</dc:title>
  <dc:subject>PptxGenJS Presentation</dc:subject>
  <dc:creator>Universidad Westhill · Facultad de Medicina</dc:creator>
  <cp:lastModifiedBy>Universidad Westhill · Facultad de Medicina</cp:lastModifiedBy>
  <cp:revision>1</cp:revision>
  <dcterms:created xsi:type="dcterms:W3CDTF">2026-10-13T20:00:53Z</dcterms:created>
  <dcterms:modified xsi:type="dcterms:W3CDTF">2026-10-13T20:00:53Z</dcterms:modified>
</cp:coreProperties>
</file>