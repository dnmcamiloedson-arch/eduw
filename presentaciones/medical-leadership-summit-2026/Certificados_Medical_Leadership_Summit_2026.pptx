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77724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Certificado-image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rtificad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592"/>
            <a:ext cx="2011680" cy="810885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5193792"/>
            <a:ext cx="1920240" cy="1920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520440" y="1033272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225">
            <a:solidFill>
              <a:srgbClr val="F2C94C"/>
            </a:solidFill>
          </a:ln>
          <a:effectLst>
            <a:outerShdw sx="100000" sy="100000" kx="0" ky="0" algn="bl" rotWithShape="0" blurRad="76200" dist="25400" dir="5400000">
              <a:srgbClr val="0E2A47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6035040" y="1097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035040" y="3474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MEDICAL LEADERSHIP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035040" y="621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2026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2743200" y="7498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21, 22 y 23 de octubre de 2026  ·  Facultad de Medicina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7589520" y="74980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F2C94C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spc="8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CERTIFICADO</a:t>
            </a:r>
            <a:endParaRPr lang="en-US" sz="5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 PARTICIPACIÓN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certificado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Participante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asistencia y participación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«Fronteras de la Medicina: actualización clínica y nuevas perspectivas en la práctica médica»,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WMLS-2026-P000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Ponente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«Título de la ponencia»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Juan Manuel Ruiz Molina</a:t>
            </a:r>
            <a:endParaRPr lang="en-US" sz="3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«Cirugía en el mundo real: visión de un experto»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Norberto Ruiz Molina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«Enfermedad por reflujo gastroesofágico»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Alan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«¿Qué pasa después de la carrera?»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César Escalante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«Leadership in Healthcare: Leading High-Performance Medical Teams»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Guadalupe Rodríguez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«Anemias y leucemias»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Samuel Alejandro Zimbrón</a:t>
            </a:r>
            <a:endParaRPr lang="en-US" sz="3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«Nutrición clínica»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Iris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Jorge Macías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642616"/>
            <a:ext cx="1371600" cy="182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642616"/>
            <a:ext cx="1371600" cy="1828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Asisclo</a:t>
            </a:r>
            <a:endParaRPr lang="en-US" sz="3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86784"/>
            <a:ext cx="5669280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en la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Mesa redonda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74980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FE6F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Certificados · Westhill Medical Leadership Summit 2026</dc:title>
  <dc:subject>PptxGenJS Presentation</dc:subject>
  <dc:creator>Universidad Westhill · Facultad de Medicina</dc:creator>
  <cp:lastModifiedBy>Universidad Westhill · Facultad de Medicina</cp:lastModifiedBy>
  <cp:revision>1</cp:revision>
  <dcterms:created xsi:type="dcterms:W3CDTF">2026-10-14T15:07:54Z</dcterms:created>
  <dcterms:modified xsi:type="dcterms:W3CDTF">2026-10-14T15:07:54Z</dcterms:modified>
</cp:coreProperties>
</file>