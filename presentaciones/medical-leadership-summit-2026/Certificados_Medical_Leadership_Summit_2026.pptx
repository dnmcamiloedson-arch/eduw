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77724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Certificado-image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rtificad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329184"/>
            <a:ext cx="2240280" cy="90303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5193792"/>
            <a:ext cx="1920240" cy="1920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89320" y="786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spc="200" kern="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</a:t>
            </a:r>
            <a:endParaRPr lang="en-US" sz="1500" dirty="0"/>
          </a:p>
        </p:txBody>
      </p:sp>
      <p:sp>
        <p:nvSpPr>
          <p:cNvPr id="5" name="Text 1"/>
          <p:cNvSpPr/>
          <p:nvPr/>
        </p:nvSpPr>
        <p:spPr>
          <a:xfrm>
            <a:off x="5989320" y="10241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MEDICAL LEADERSHIP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989320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2026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8686800" y="1645920"/>
            <a:ext cx="502920" cy="45720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8" name="Text 4"/>
          <p:cNvSpPr/>
          <p:nvPr/>
        </p:nvSpPr>
        <p:spPr>
          <a:xfrm>
            <a:off x="7818120" y="7296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spc="8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CERTIFICADO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 PARTICIPACIÓN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certificado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Participante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asistencia y participación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«Fronteras de la Medicina: actualización clínica y nuevas perspectivas en la práctica médica»,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WMLS-2026-P000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Ponente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«Título de la ponencia»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Juan Manuel Ruiz Molina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«Cirugía en el mundo real: visión de un experto»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Norberto Ruiz Molina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«Enfermedad por reflujo gastroesofágico»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Alan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«¿Qué pasa después de la carrera?»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César Escalante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«Leadership in Healthcare: Leading High-Performance Medical Teams»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Guadalupe Rodríguez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«Anemias y leucemias»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Samuel Alejandro Zimbrón</a:t>
            </a:r>
            <a:endParaRPr lang="en-US" sz="35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«Nutrición clínica»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Iris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Jorge Macías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Asisclo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en la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Mesa redonda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Certificados · Westhill Medical Leadership Summit 2026</dc:title>
  <dc:subject>PptxGenJS Presentation</dc:subject>
  <dc:creator>Universidad Westhill · Facultad de Medicina</dc:creator>
  <cp:lastModifiedBy>Universidad Westhill · Facultad de Medicina</cp:lastModifiedBy>
  <cp:revision>1</cp:revision>
  <dcterms:created xsi:type="dcterms:W3CDTF">2026-10-14T14:33:33Z</dcterms:created>
  <dcterms:modified xsi:type="dcterms:W3CDTF">2026-10-14T14:33:33Z</dcterms:modified>
</cp:coreProperties>
</file>