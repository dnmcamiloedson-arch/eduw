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7772400"/>
  <p:notesSz cx="777240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Certificado-image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rtificad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"/>
            <a:ext cx="2011680" cy="810885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5193792"/>
            <a:ext cx="1920240" cy="19202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035040" y="1097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WESTHILL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035040" y="34747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MEDICAL LEADERSHIP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6035040" y="621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SUMMIT 2026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2743200" y="7498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21, 22 y 23 de octubre de 2026  ·  Facultad de Medicina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7589520" y="74980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#SOMOSWESTHILL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53619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spc="8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CERTIFICADO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 PARTICIPACIÓN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certificado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del Participante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asistencia y participación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«Fronteras de la Medicina: actualización clínica y nuevas perspectivas en la práctica médica»,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WMLS-2026-P000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53619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del Ponente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«Título de la ponencia»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53619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Juan Manuel Ruiz Molina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«Cirugía en el mundo real: visión de un experto»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53619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Norberto Ruiz Molina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«Enfermedad por reflujo gastroesofágico»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53619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Alan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«¿Qué pasa después de la carrera?»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53619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César Escalante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«Leadership in Healthcare: Leading High-Performance Medical Teams»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53619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Dra. Guadalupe Rodríguez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«Anemias y leucemias»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53619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Samuel Alejandro Zimbrón</a:t>
            </a:r>
            <a:endParaRPr lang="en-US" sz="35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«Nutrición clínica»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53619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Dra. Iris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«AMIR»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53619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Jorge Macías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«AMIR»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53619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Asisclo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en la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Mesa redonda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Certificados · Westhill Medical Leadership Summit 2026</dc:title>
  <dc:subject>PptxGenJS Presentation</dc:subject>
  <dc:creator>Universidad Westhill · Facultad de Medicina</dc:creator>
  <cp:lastModifiedBy>Universidad Westhill · Facultad de Medicina</cp:lastModifiedBy>
  <cp:revision>1</cp:revision>
  <dcterms:created xsi:type="dcterms:W3CDTF">2026-10-14T15:00:42Z</dcterms:created>
  <dcterms:modified xsi:type="dcterms:W3CDTF">2026-10-14T15:00:42Z</dcterms:modified>
</cp:coreProperties>
</file>