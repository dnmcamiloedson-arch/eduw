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0058400" cy="7772400"/>
  <p:notesSz cx="77724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Certificado-image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rtificado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329184"/>
            <a:ext cx="2240280" cy="90303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5193792"/>
            <a:ext cx="1920240" cy="19202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532120" y="786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spc="200" kern="0" dirty="0">
                <a:solidFill>
                  <a:srgbClr val="2662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WESTHILL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5532120" y="10241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MEDICAL LEADERSHIP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5532120" y="1298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2662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SUMMIT 2026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8229600" y="1645920"/>
            <a:ext cx="502920" cy="45720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8" name="Text 4"/>
          <p:cNvSpPr/>
          <p:nvPr/>
        </p:nvSpPr>
        <p:spPr>
          <a:xfrm>
            <a:off x="7818120" y="72969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#SOMOSWESTHILL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0" y="1536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300" kern="0" dirty="0">
                <a:solidFill>
                  <a:srgbClr val="5B6B7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FACULTAD DE MEDICINA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17373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spc="800" kern="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CERTIFICADO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2331720" y="2706624"/>
            <a:ext cx="91440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5" name="Shape 3"/>
          <p:cNvSpPr/>
          <p:nvPr/>
        </p:nvSpPr>
        <p:spPr>
          <a:xfrm>
            <a:off x="6812280" y="2706624"/>
            <a:ext cx="91440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291840" y="25603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500" kern="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DE PARTICIPACIÓN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3035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Otorga el presente certificado 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310128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Nombre del Participante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2194560" y="4087368"/>
            <a:ext cx="5669280" cy="0"/>
          </a:xfrm>
          <a:prstGeom prst="line">
            <a:avLst/>
          </a:prstGeom>
          <a:noFill/>
          <a:ln w="22225">
            <a:solidFill>
              <a:srgbClr val="F2C9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74336" y="4032504"/>
            <a:ext cx="109728" cy="109728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17320" y="4206240"/>
            <a:ext cx="7223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su asistencia y participación en el 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Westhill Medical Leadership Summit 2026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«Fronteras de la Medicina: actualización clínica y nuevas perspectivas en la práctica médica», realizado los días 21, 22 y 23 de octubre de 2026 en la Facultad de Medicina de la Universidad Westhill.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51206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629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Ciudad de México, a 23 de octubre de 2026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508760" y="6199632"/>
            <a:ext cx="246888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80160" y="62544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64830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Director(a) de la Facultad de Medicina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6199632"/>
            <a:ext cx="246888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0" y="62544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64830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Rector(a) de la Universidad Westhill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73700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A99A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Folio: WMLS-2026-P000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0" y="1536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300" kern="0" dirty="0">
                <a:solidFill>
                  <a:srgbClr val="5B6B7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FACULTAD DE MEDICINA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17373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spc="400" kern="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RECONOCIMIENTO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2331720" y="2706624"/>
            <a:ext cx="91440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5" name="Shape 3"/>
          <p:cNvSpPr/>
          <p:nvPr/>
        </p:nvSpPr>
        <p:spPr>
          <a:xfrm>
            <a:off x="6812280" y="2706624"/>
            <a:ext cx="91440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291840" y="25603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500" kern="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COMO PONENTE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3035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Otorga el presente reconocimiento 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310128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Nombre del Ponente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2194560" y="4087368"/>
            <a:ext cx="5669280" cy="0"/>
          </a:xfrm>
          <a:prstGeom prst="line">
            <a:avLst/>
          </a:prstGeom>
          <a:noFill/>
          <a:ln w="22225">
            <a:solidFill>
              <a:srgbClr val="F2C9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74336" y="4032504"/>
            <a:ext cx="109728" cy="109728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17320" y="4206240"/>
            <a:ext cx="7223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su valiosa participación como ponente con la conferencia 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«Título de la ponencia»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 el 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Westhill Medical Leadership Summit 2026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realizado los días 21, 22 y 23 de octubre de 2026 en la Facultad de Medicina de la Universidad Westhill.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51206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629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Ciudad de México, a 23 de octubre de 2026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508760" y="6199632"/>
            <a:ext cx="246888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80160" y="62544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64830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Director(a) de la Facultad de Medicina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6199632"/>
            <a:ext cx="246888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0" y="62544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64830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Rector(a) de la Universidad Westhill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73700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A99A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Folio: WMLS-2026-R000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0" y="1536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300" kern="0" dirty="0">
                <a:solidFill>
                  <a:srgbClr val="5B6B7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FACULTAD DE MEDICINA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17373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spc="400" kern="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RECONOCIMIENTO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2331720" y="2706624"/>
            <a:ext cx="91440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5" name="Shape 3"/>
          <p:cNvSpPr/>
          <p:nvPr/>
        </p:nvSpPr>
        <p:spPr>
          <a:xfrm>
            <a:off x="6812280" y="2706624"/>
            <a:ext cx="91440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291840" y="25603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500" kern="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COMO PONENTE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3035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Otorga el presente reconocimiento 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310128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Dr. Juan Manuel Ruiz Molina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2194560" y="4087368"/>
            <a:ext cx="5669280" cy="0"/>
          </a:xfrm>
          <a:prstGeom prst="line">
            <a:avLst/>
          </a:prstGeom>
          <a:noFill/>
          <a:ln w="22225">
            <a:solidFill>
              <a:srgbClr val="F2C9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74336" y="4032504"/>
            <a:ext cx="109728" cy="109728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17320" y="4206240"/>
            <a:ext cx="7223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su valiosa participación como ponente con la conferencia 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«Cirugía en el mundo real: visión de un experto»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 el 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Westhill Medical Leadership Summit 2026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realizado los días 21, 22 y 23 de octubre de 2026 en la Facultad de Medicina de la Universidad Westhill.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51206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629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Ciudad de México, a 23 de octubre de 2026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508760" y="6199632"/>
            <a:ext cx="246888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80160" y="62544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64830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Director(a) de la Facultad de Medicina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6199632"/>
            <a:ext cx="246888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0" y="62544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64830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Rector(a) de la Universidad Westhill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73700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A99A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Folio: WMLS-2026-R001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0" y="1536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300" kern="0" dirty="0">
                <a:solidFill>
                  <a:srgbClr val="5B6B7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FACULTAD DE MEDICINA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17373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spc="400" kern="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RECONOCIMIENTO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2331720" y="2706624"/>
            <a:ext cx="91440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5" name="Shape 3"/>
          <p:cNvSpPr/>
          <p:nvPr/>
        </p:nvSpPr>
        <p:spPr>
          <a:xfrm>
            <a:off x="6812280" y="2706624"/>
            <a:ext cx="91440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291840" y="25603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500" kern="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COMO PONENTE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3035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Otorga el presente reconocimiento 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310128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Dr. Norberto Ruiz Molina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2194560" y="4087368"/>
            <a:ext cx="5669280" cy="0"/>
          </a:xfrm>
          <a:prstGeom prst="line">
            <a:avLst/>
          </a:prstGeom>
          <a:noFill/>
          <a:ln w="22225">
            <a:solidFill>
              <a:srgbClr val="F2C9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74336" y="4032504"/>
            <a:ext cx="109728" cy="109728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17320" y="4206240"/>
            <a:ext cx="7223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su valiosa participación como ponente con la conferencia 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«Enfermedad por reflujo gastroesofágico»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 el 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Westhill Medical Leadership Summit 2026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realizado los días 21, 22 y 23 de octubre de 2026 en la Facultad de Medicina de la Universidad Westhill.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51206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629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Ciudad de México, a 23 de octubre de 2026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508760" y="6199632"/>
            <a:ext cx="246888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80160" y="62544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64830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Director(a) de la Facultad de Medicina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6199632"/>
            <a:ext cx="246888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0" y="62544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64830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Rector(a) de la Universidad Westhill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73700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A99A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Folio: WMLS-2026-R002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0" y="1536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300" kern="0" dirty="0">
                <a:solidFill>
                  <a:srgbClr val="5B6B7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FACULTAD DE MEDICINA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17373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spc="400" kern="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RECONOCIMIENTO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2331720" y="2706624"/>
            <a:ext cx="91440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5" name="Shape 3"/>
          <p:cNvSpPr/>
          <p:nvPr/>
        </p:nvSpPr>
        <p:spPr>
          <a:xfrm>
            <a:off x="6812280" y="2706624"/>
            <a:ext cx="91440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291840" y="25603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500" kern="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COMO PONENTE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3035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Otorga el presente reconocimiento 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310128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Dr. Alan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2194560" y="4087368"/>
            <a:ext cx="5669280" cy="0"/>
          </a:xfrm>
          <a:prstGeom prst="line">
            <a:avLst/>
          </a:prstGeom>
          <a:noFill/>
          <a:ln w="22225">
            <a:solidFill>
              <a:srgbClr val="F2C9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74336" y="4032504"/>
            <a:ext cx="109728" cy="109728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17320" y="4206240"/>
            <a:ext cx="7223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su valiosa participación como ponente con la conferencia 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«¿Qué pasa después de la carrera?»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 el 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Westhill Medical Leadership Summit 2026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realizado los días 21, 22 y 23 de octubre de 2026 en la Facultad de Medicina de la Universidad Westhill.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51206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629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Ciudad de México, a 23 de octubre de 2026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508760" y="6199632"/>
            <a:ext cx="246888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80160" y="62544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64830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Director(a) de la Facultad de Medicina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6199632"/>
            <a:ext cx="246888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0" y="62544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64830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Rector(a) de la Universidad Westhill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73700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A99A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Folio: WMLS-2026-R003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0" y="1536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300" kern="0" dirty="0">
                <a:solidFill>
                  <a:srgbClr val="5B6B7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FACULTAD DE MEDICINA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17373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spc="400" kern="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RECONOCIMIENTO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2331720" y="2706624"/>
            <a:ext cx="91440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5" name="Shape 3"/>
          <p:cNvSpPr/>
          <p:nvPr/>
        </p:nvSpPr>
        <p:spPr>
          <a:xfrm>
            <a:off x="6812280" y="2706624"/>
            <a:ext cx="91440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291840" y="25603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500" kern="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COMO PONENTE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3035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Otorga el presente reconocimiento 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310128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Dr. César Escalante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2194560" y="4087368"/>
            <a:ext cx="5669280" cy="0"/>
          </a:xfrm>
          <a:prstGeom prst="line">
            <a:avLst/>
          </a:prstGeom>
          <a:noFill/>
          <a:ln w="22225">
            <a:solidFill>
              <a:srgbClr val="F2C9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74336" y="4032504"/>
            <a:ext cx="109728" cy="109728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17320" y="4206240"/>
            <a:ext cx="7223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su valiosa participación como ponente con la conferencia 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«Leadership in Healthcare: Leading High-Performance Medical Teams»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 el 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Westhill Medical Leadership Summit 2026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realizado los días 21, 22 y 23 de octubre de 2026 en la Facultad de Medicina de la Universidad Westhill.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51206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629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Ciudad de México, a 23 de octubre de 2026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508760" y="6199632"/>
            <a:ext cx="246888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80160" y="62544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64830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Director(a) de la Facultad de Medicina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6199632"/>
            <a:ext cx="246888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0" y="62544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64830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Rector(a) de la Universidad Westhill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73700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A99A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Folio: WMLS-2026-R004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0" y="1536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300" kern="0" dirty="0">
                <a:solidFill>
                  <a:srgbClr val="5B6B7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FACULTAD DE MEDICINA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17373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spc="400" kern="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RECONOCIMIENTO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2331720" y="2706624"/>
            <a:ext cx="91440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5" name="Shape 3"/>
          <p:cNvSpPr/>
          <p:nvPr/>
        </p:nvSpPr>
        <p:spPr>
          <a:xfrm>
            <a:off x="6812280" y="2706624"/>
            <a:ext cx="91440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291840" y="25603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500" kern="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COMO PONENTE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3035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Otorga el presente reconocimiento 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310128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Dra. Guadalupe Rodríguez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2194560" y="4087368"/>
            <a:ext cx="5669280" cy="0"/>
          </a:xfrm>
          <a:prstGeom prst="line">
            <a:avLst/>
          </a:prstGeom>
          <a:noFill/>
          <a:ln w="22225">
            <a:solidFill>
              <a:srgbClr val="F2C9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74336" y="4032504"/>
            <a:ext cx="109728" cy="109728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17320" y="4206240"/>
            <a:ext cx="7223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su valiosa participación como ponente con la conferencia 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«Anemias y leucemias»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 el 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Westhill Medical Leadership Summit 2026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realizado los días 21, 22 y 23 de octubre de 2026 en la Facultad de Medicina de la Universidad Westhill.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51206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629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Ciudad de México, a 23 de octubre de 2026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508760" y="6199632"/>
            <a:ext cx="246888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80160" y="62544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64830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Director(a) de la Facultad de Medicina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6199632"/>
            <a:ext cx="246888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0" y="62544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64830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Rector(a) de la Universidad Westhill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73700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A99A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Folio: WMLS-2026-R005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0" y="1536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300" kern="0" dirty="0">
                <a:solidFill>
                  <a:srgbClr val="5B6B7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FACULTAD DE MEDICINA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17373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spc="400" kern="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RECONOCIMIENTO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2331720" y="2706624"/>
            <a:ext cx="91440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5" name="Shape 3"/>
          <p:cNvSpPr/>
          <p:nvPr/>
        </p:nvSpPr>
        <p:spPr>
          <a:xfrm>
            <a:off x="6812280" y="2706624"/>
            <a:ext cx="91440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291840" y="25603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500" kern="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COMO PONENTE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3035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Otorga el presente reconocimiento 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310128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Dr. Samuel Alejandro Zimbrón</a:t>
            </a:r>
            <a:endParaRPr lang="en-US" sz="3500" dirty="0"/>
          </a:p>
        </p:txBody>
      </p:sp>
      <p:sp>
        <p:nvSpPr>
          <p:cNvPr id="9" name="Shape 7"/>
          <p:cNvSpPr/>
          <p:nvPr/>
        </p:nvSpPr>
        <p:spPr>
          <a:xfrm>
            <a:off x="2194560" y="4087368"/>
            <a:ext cx="5669280" cy="0"/>
          </a:xfrm>
          <a:prstGeom prst="line">
            <a:avLst/>
          </a:prstGeom>
          <a:noFill/>
          <a:ln w="22225">
            <a:solidFill>
              <a:srgbClr val="F2C9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74336" y="4032504"/>
            <a:ext cx="109728" cy="109728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17320" y="4206240"/>
            <a:ext cx="7223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su valiosa participación como ponente con la conferencia 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«Nutrición clínica»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 el 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Westhill Medical Leadership Summit 2026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realizado los días 21, 22 y 23 de octubre de 2026 en la Facultad de Medicina de la Universidad Westhill.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51206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629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Ciudad de México, a 23 de octubre de 2026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508760" y="6199632"/>
            <a:ext cx="246888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80160" y="62544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64830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Director(a) de la Facultad de Medicina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6199632"/>
            <a:ext cx="246888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0" y="62544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64830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Rector(a) de la Universidad Westhill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73700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A99A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Folio: WMLS-2026-R006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0" y="1536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300" kern="0" dirty="0">
                <a:solidFill>
                  <a:srgbClr val="5B6B7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FACULTAD DE MEDICINA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17373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spc="400" kern="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RECONOCIMIENTO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2331720" y="2706624"/>
            <a:ext cx="91440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5" name="Shape 3"/>
          <p:cNvSpPr/>
          <p:nvPr/>
        </p:nvSpPr>
        <p:spPr>
          <a:xfrm>
            <a:off x="6812280" y="2706624"/>
            <a:ext cx="91440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291840" y="25603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500" kern="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COMO PONENTE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3035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Otorga el presente reconocimiento 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310128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Dra. Iris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2194560" y="4087368"/>
            <a:ext cx="5669280" cy="0"/>
          </a:xfrm>
          <a:prstGeom prst="line">
            <a:avLst/>
          </a:prstGeom>
          <a:noFill/>
          <a:ln w="22225">
            <a:solidFill>
              <a:srgbClr val="F2C9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74336" y="4032504"/>
            <a:ext cx="109728" cy="109728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17320" y="4206240"/>
            <a:ext cx="7223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su valiosa participación como ponente con la conferencia 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«AMIR»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 el 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Westhill Medical Leadership Summit 2026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realizado los días 21, 22 y 23 de octubre de 2026 en la Facultad de Medicina de la Universidad Westhill.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51206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629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Ciudad de México, a 23 de octubre de 2026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508760" y="6199632"/>
            <a:ext cx="246888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80160" y="62544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64830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Director(a) de la Facultad de Medicina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6199632"/>
            <a:ext cx="246888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0" y="62544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64830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Rector(a) de la Universidad Westhill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73700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A99A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Folio: WMLS-2026-R007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0" y="1536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300" kern="0" dirty="0">
                <a:solidFill>
                  <a:srgbClr val="5B6B7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FACULTAD DE MEDICINA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17373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spc="400" kern="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RECONOCIMIENTO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2331720" y="2706624"/>
            <a:ext cx="91440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5" name="Shape 3"/>
          <p:cNvSpPr/>
          <p:nvPr/>
        </p:nvSpPr>
        <p:spPr>
          <a:xfrm>
            <a:off x="6812280" y="2706624"/>
            <a:ext cx="91440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291840" y="25603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500" kern="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COMO PONENTE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3035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Otorga el presente reconocimiento 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310128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Dr. Jorge Macías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2194560" y="4087368"/>
            <a:ext cx="5669280" cy="0"/>
          </a:xfrm>
          <a:prstGeom prst="line">
            <a:avLst/>
          </a:prstGeom>
          <a:noFill/>
          <a:ln w="22225">
            <a:solidFill>
              <a:srgbClr val="F2C9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74336" y="4032504"/>
            <a:ext cx="109728" cy="109728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17320" y="4206240"/>
            <a:ext cx="7223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su valiosa participación como ponente con la conferencia 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«AMIR»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 el 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Westhill Medical Leadership Summit 2026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realizado los días 21, 22 y 23 de octubre de 2026 en la Facultad de Medicina de la Universidad Westhill.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51206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629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Ciudad de México, a 23 de octubre de 2026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508760" y="6199632"/>
            <a:ext cx="246888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80160" y="62544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64830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Director(a) de la Facultad de Medicina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6199632"/>
            <a:ext cx="246888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0" y="62544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64830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Rector(a) de la Universidad Westhill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73700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A99A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Folio: WMLS-2026-R008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0" y="1536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300" kern="0" dirty="0">
                <a:solidFill>
                  <a:srgbClr val="5B6B7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FACULTAD DE MEDICINA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17373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spc="400" kern="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RECONOCIMIENTO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2331720" y="2706624"/>
            <a:ext cx="91440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5" name="Shape 3"/>
          <p:cNvSpPr/>
          <p:nvPr/>
        </p:nvSpPr>
        <p:spPr>
          <a:xfrm>
            <a:off x="6812280" y="2706624"/>
            <a:ext cx="91440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291840" y="25603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500" kern="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COMO PONENTE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3035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Otorga el presente reconocimiento 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310128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Dr. Asisclo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2194560" y="4087368"/>
            <a:ext cx="5669280" cy="0"/>
          </a:xfrm>
          <a:prstGeom prst="line">
            <a:avLst/>
          </a:prstGeom>
          <a:noFill/>
          <a:ln w="22225">
            <a:solidFill>
              <a:srgbClr val="F2C9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74336" y="4032504"/>
            <a:ext cx="109728" cy="109728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17320" y="4206240"/>
            <a:ext cx="7223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su valiosa participación en la 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Mesa redonda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del 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Westhill Medical Leadership Summit 2026</a:t>
            </a:r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realizado los días 21, 22 y 23 de octubre de 2026 en la Facultad de Medicina de la Universidad Westhill.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51206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629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Ciudad de México, a 23 de octubre de 2026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508760" y="6199632"/>
            <a:ext cx="246888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80160" y="62544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64830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Director(a) de la Facultad de Medicina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6199632"/>
            <a:ext cx="246888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0" y="62544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64830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Rector(a) de la Universidad Westhill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73700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A99A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Folio: WMLS-2026-R009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 Extra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Universidad Westhill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Certificados · Westhill Medical Leadership Summit 2026</dc:title>
  <dc:subject>PptxGenJS Presentation</dc:subject>
  <dc:creator>Universidad Westhill · Facultad de Medicina</dc:creator>
  <cp:lastModifiedBy>Universidad Westhill · Facultad de Medicina</cp:lastModifiedBy>
  <cp:revision>1</cp:revision>
  <dcterms:created xsi:type="dcterms:W3CDTF">2026-10-14T14:52:13Z</dcterms:created>
  <dcterms:modified xsi:type="dcterms:W3CDTF">2026-10-14T14:52:13Z</dcterms:modified>
</cp:coreProperties>
</file>