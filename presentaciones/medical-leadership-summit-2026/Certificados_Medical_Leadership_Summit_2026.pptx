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0058400" cy="7772400"/>
  <p:notesSz cx="777240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Certificado-image-3.png"/><Relationship Id="rId4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rtificado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" y="329184"/>
            <a:ext cx="2240280" cy="90303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5193792"/>
            <a:ext cx="1920240" cy="19202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89320" y="78638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spc="200" kern="0" dirty="0">
                <a:solidFill>
                  <a:srgbClr val="2662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WESTHILL</a:t>
            </a:r>
            <a:endParaRPr lang="en-US" sz="1500" dirty="0"/>
          </a:p>
        </p:txBody>
      </p:sp>
      <p:sp>
        <p:nvSpPr>
          <p:cNvPr id="5" name="Text 1"/>
          <p:cNvSpPr/>
          <p:nvPr/>
        </p:nvSpPr>
        <p:spPr>
          <a:xfrm>
            <a:off x="5989320" y="102412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MEDICAL LEADERSHIP</a:t>
            </a:r>
            <a:endParaRPr lang="en-US" sz="1700" dirty="0"/>
          </a:p>
        </p:txBody>
      </p:sp>
      <p:sp>
        <p:nvSpPr>
          <p:cNvPr id="6" name="Text 2"/>
          <p:cNvSpPr/>
          <p:nvPr/>
        </p:nvSpPr>
        <p:spPr>
          <a:xfrm>
            <a:off x="5989320" y="12984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2662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SUMMIT 2026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8686800" y="1645920"/>
            <a:ext cx="502920" cy="45720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8" name="Text 4"/>
          <p:cNvSpPr/>
          <p:nvPr/>
        </p:nvSpPr>
        <p:spPr>
          <a:xfrm>
            <a:off x="7818120" y="729691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15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#SOMOSWESTHILL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0" y="15361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00" kern="0" dirty="0">
                <a:solidFill>
                  <a:srgbClr val="5B6B7D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FACULTAD DE MEDICINA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17373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spc="8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CERTIFICADO</a:t>
            </a:r>
            <a:endParaRPr lang="en-US" sz="5000" dirty="0"/>
          </a:p>
        </p:txBody>
      </p:sp>
      <p:sp>
        <p:nvSpPr>
          <p:cNvPr id="4" name="Shape 2"/>
          <p:cNvSpPr/>
          <p:nvPr/>
        </p:nvSpPr>
        <p:spPr>
          <a:xfrm>
            <a:off x="233172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5" name="Shape 3"/>
          <p:cNvSpPr/>
          <p:nvPr/>
        </p:nvSpPr>
        <p:spPr>
          <a:xfrm>
            <a:off x="681228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DE PARTICIPACIÓN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certificado 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del Participante</a:t>
            </a:r>
            <a:endParaRPr lang="en-US" sz="3800" dirty="0"/>
          </a:p>
        </p:txBody>
      </p:sp>
      <p:sp>
        <p:nvSpPr>
          <p:cNvPr id="9" name="Shape 7"/>
          <p:cNvSpPr/>
          <p:nvPr/>
        </p:nvSpPr>
        <p:spPr>
          <a:xfrm>
            <a:off x="2194560" y="4087368"/>
            <a:ext cx="5669280" cy="0"/>
          </a:xfrm>
          <a:prstGeom prst="line">
            <a:avLst/>
          </a:prstGeom>
          <a:noFill/>
          <a:ln w="22225">
            <a:solidFill>
              <a:srgbClr val="F2C9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74336" y="4032504"/>
            <a:ext cx="109728" cy="109728"/>
          </a:xfrm>
          <a:prstGeom prst="ellipse">
            <a:avLst/>
          </a:prstGeom>
          <a:solidFill>
            <a:srgbClr val="F2C94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asistencia y participación en 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«Fronteras de la Medicina: actualización clínica y nuevas perspectivas en la práctica médica»,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683971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A99A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WMLS-2026-P000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0" y="15361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00" kern="0" dirty="0">
                <a:solidFill>
                  <a:srgbClr val="5B6B7D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FACULTAD DE MEDICINA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17373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spc="4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RECONOCIMIENTO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233172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5" name="Shape 3"/>
          <p:cNvSpPr/>
          <p:nvPr/>
        </p:nvSpPr>
        <p:spPr>
          <a:xfrm>
            <a:off x="681228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COMO PONENTE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reconocimiento 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del Ponente</a:t>
            </a:r>
            <a:endParaRPr lang="en-US" sz="3800" dirty="0"/>
          </a:p>
        </p:txBody>
      </p:sp>
      <p:sp>
        <p:nvSpPr>
          <p:cNvPr id="9" name="Shape 7"/>
          <p:cNvSpPr/>
          <p:nvPr/>
        </p:nvSpPr>
        <p:spPr>
          <a:xfrm>
            <a:off x="2194560" y="4087368"/>
            <a:ext cx="5669280" cy="0"/>
          </a:xfrm>
          <a:prstGeom prst="line">
            <a:avLst/>
          </a:prstGeom>
          <a:noFill/>
          <a:ln w="22225">
            <a:solidFill>
              <a:srgbClr val="F2C9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74336" y="4032504"/>
            <a:ext cx="109728" cy="109728"/>
          </a:xfrm>
          <a:prstGeom prst="ellipse">
            <a:avLst/>
          </a:prstGeom>
          <a:solidFill>
            <a:srgbClr val="F2C94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valiosa participación como ponente con la conferencia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«Título de la ponencia»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en 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683971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A99A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WMLS-2026-R000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0" y="15361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00" kern="0" dirty="0">
                <a:solidFill>
                  <a:srgbClr val="5B6B7D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FACULTAD DE MEDICINA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17373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spc="4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RECONOCIMIENTO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233172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5" name="Shape 3"/>
          <p:cNvSpPr/>
          <p:nvPr/>
        </p:nvSpPr>
        <p:spPr>
          <a:xfrm>
            <a:off x="681228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COMO PONENTE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reconocimiento 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Dr. Juan Manuel Ruiz Molina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2194560" y="4087368"/>
            <a:ext cx="5669280" cy="0"/>
          </a:xfrm>
          <a:prstGeom prst="line">
            <a:avLst/>
          </a:prstGeom>
          <a:noFill/>
          <a:ln w="22225">
            <a:solidFill>
              <a:srgbClr val="F2C9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74336" y="4032504"/>
            <a:ext cx="109728" cy="109728"/>
          </a:xfrm>
          <a:prstGeom prst="ellipse">
            <a:avLst/>
          </a:prstGeom>
          <a:solidFill>
            <a:srgbClr val="F2C94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valiosa participación como ponente con la conferencia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«Cirugía en el mundo real: visión de un experto»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en 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683971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A99A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WMLS-2026-R001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0" y="15361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00" kern="0" dirty="0">
                <a:solidFill>
                  <a:srgbClr val="5B6B7D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FACULTAD DE MEDICINA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17373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spc="4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RECONOCIMIENTO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233172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5" name="Shape 3"/>
          <p:cNvSpPr/>
          <p:nvPr/>
        </p:nvSpPr>
        <p:spPr>
          <a:xfrm>
            <a:off x="681228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COMO PONENTE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reconocimiento 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Dr. Norberto Ruiz Molina</a:t>
            </a:r>
            <a:endParaRPr lang="en-US" sz="3800" dirty="0"/>
          </a:p>
        </p:txBody>
      </p:sp>
      <p:sp>
        <p:nvSpPr>
          <p:cNvPr id="9" name="Shape 7"/>
          <p:cNvSpPr/>
          <p:nvPr/>
        </p:nvSpPr>
        <p:spPr>
          <a:xfrm>
            <a:off x="2194560" y="4087368"/>
            <a:ext cx="5669280" cy="0"/>
          </a:xfrm>
          <a:prstGeom prst="line">
            <a:avLst/>
          </a:prstGeom>
          <a:noFill/>
          <a:ln w="22225">
            <a:solidFill>
              <a:srgbClr val="F2C9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74336" y="4032504"/>
            <a:ext cx="109728" cy="109728"/>
          </a:xfrm>
          <a:prstGeom prst="ellipse">
            <a:avLst/>
          </a:prstGeom>
          <a:solidFill>
            <a:srgbClr val="F2C94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valiosa participación como ponente con la conferencia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«Enfermedad por reflujo gastroesofágico»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en 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683971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A99A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WMLS-2026-R002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0" y="15361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00" kern="0" dirty="0">
                <a:solidFill>
                  <a:srgbClr val="5B6B7D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FACULTAD DE MEDICINA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17373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spc="4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RECONOCIMIENTO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233172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5" name="Shape 3"/>
          <p:cNvSpPr/>
          <p:nvPr/>
        </p:nvSpPr>
        <p:spPr>
          <a:xfrm>
            <a:off x="681228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COMO PONENTE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reconocimiento 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Dr. Alan</a:t>
            </a:r>
            <a:endParaRPr lang="en-US" sz="3800" dirty="0"/>
          </a:p>
        </p:txBody>
      </p:sp>
      <p:sp>
        <p:nvSpPr>
          <p:cNvPr id="9" name="Shape 7"/>
          <p:cNvSpPr/>
          <p:nvPr/>
        </p:nvSpPr>
        <p:spPr>
          <a:xfrm>
            <a:off x="2194560" y="4087368"/>
            <a:ext cx="5669280" cy="0"/>
          </a:xfrm>
          <a:prstGeom prst="line">
            <a:avLst/>
          </a:prstGeom>
          <a:noFill/>
          <a:ln w="22225">
            <a:solidFill>
              <a:srgbClr val="F2C9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74336" y="4032504"/>
            <a:ext cx="109728" cy="109728"/>
          </a:xfrm>
          <a:prstGeom prst="ellipse">
            <a:avLst/>
          </a:prstGeom>
          <a:solidFill>
            <a:srgbClr val="F2C94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valiosa participación como ponente con la conferencia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«¿Qué pasa después de la carrera?»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en 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683971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A99A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WMLS-2026-R003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0" y="15361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00" kern="0" dirty="0">
                <a:solidFill>
                  <a:srgbClr val="5B6B7D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FACULTAD DE MEDICINA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17373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spc="4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RECONOCIMIENTO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233172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5" name="Shape 3"/>
          <p:cNvSpPr/>
          <p:nvPr/>
        </p:nvSpPr>
        <p:spPr>
          <a:xfrm>
            <a:off x="681228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COMO PONENTE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reconocimiento 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Dr. César Escalante</a:t>
            </a:r>
            <a:endParaRPr lang="en-US" sz="3800" dirty="0"/>
          </a:p>
        </p:txBody>
      </p:sp>
      <p:sp>
        <p:nvSpPr>
          <p:cNvPr id="9" name="Shape 7"/>
          <p:cNvSpPr/>
          <p:nvPr/>
        </p:nvSpPr>
        <p:spPr>
          <a:xfrm>
            <a:off x="2194560" y="4087368"/>
            <a:ext cx="5669280" cy="0"/>
          </a:xfrm>
          <a:prstGeom prst="line">
            <a:avLst/>
          </a:prstGeom>
          <a:noFill/>
          <a:ln w="22225">
            <a:solidFill>
              <a:srgbClr val="F2C9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74336" y="4032504"/>
            <a:ext cx="109728" cy="109728"/>
          </a:xfrm>
          <a:prstGeom prst="ellipse">
            <a:avLst/>
          </a:prstGeom>
          <a:solidFill>
            <a:srgbClr val="F2C94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valiosa participación como ponente con la conferencia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«Leadership in Healthcare: Leading High-Performance Medical Teams»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en 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683971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A99A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WMLS-2026-R004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0" y="15361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00" kern="0" dirty="0">
                <a:solidFill>
                  <a:srgbClr val="5B6B7D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FACULTAD DE MEDICINA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17373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spc="4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RECONOCIMIENTO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233172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5" name="Shape 3"/>
          <p:cNvSpPr/>
          <p:nvPr/>
        </p:nvSpPr>
        <p:spPr>
          <a:xfrm>
            <a:off x="681228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COMO PONENTE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reconocimiento 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Dra. Guadalupe Rodríguez</a:t>
            </a:r>
            <a:endParaRPr lang="en-US" sz="3800" dirty="0"/>
          </a:p>
        </p:txBody>
      </p:sp>
      <p:sp>
        <p:nvSpPr>
          <p:cNvPr id="9" name="Shape 7"/>
          <p:cNvSpPr/>
          <p:nvPr/>
        </p:nvSpPr>
        <p:spPr>
          <a:xfrm>
            <a:off x="2194560" y="4087368"/>
            <a:ext cx="5669280" cy="0"/>
          </a:xfrm>
          <a:prstGeom prst="line">
            <a:avLst/>
          </a:prstGeom>
          <a:noFill/>
          <a:ln w="22225">
            <a:solidFill>
              <a:srgbClr val="F2C9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74336" y="4032504"/>
            <a:ext cx="109728" cy="109728"/>
          </a:xfrm>
          <a:prstGeom prst="ellipse">
            <a:avLst/>
          </a:prstGeom>
          <a:solidFill>
            <a:srgbClr val="F2C94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valiosa participación como ponente con la conferencia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«Anemias y leucemias»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en 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683971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A99A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WMLS-2026-R005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0" y="15361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00" kern="0" dirty="0">
                <a:solidFill>
                  <a:srgbClr val="5B6B7D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FACULTAD DE MEDICINA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17373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spc="4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RECONOCIMIENTO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233172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5" name="Shape 3"/>
          <p:cNvSpPr/>
          <p:nvPr/>
        </p:nvSpPr>
        <p:spPr>
          <a:xfrm>
            <a:off x="681228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COMO PONENTE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reconocimiento 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Dr. Samuel Alejandro Zimbrón</a:t>
            </a:r>
            <a:endParaRPr lang="en-US" sz="3500" dirty="0"/>
          </a:p>
        </p:txBody>
      </p:sp>
      <p:sp>
        <p:nvSpPr>
          <p:cNvPr id="9" name="Shape 7"/>
          <p:cNvSpPr/>
          <p:nvPr/>
        </p:nvSpPr>
        <p:spPr>
          <a:xfrm>
            <a:off x="2194560" y="4087368"/>
            <a:ext cx="5669280" cy="0"/>
          </a:xfrm>
          <a:prstGeom prst="line">
            <a:avLst/>
          </a:prstGeom>
          <a:noFill/>
          <a:ln w="22225">
            <a:solidFill>
              <a:srgbClr val="F2C9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74336" y="4032504"/>
            <a:ext cx="109728" cy="109728"/>
          </a:xfrm>
          <a:prstGeom prst="ellipse">
            <a:avLst/>
          </a:prstGeom>
          <a:solidFill>
            <a:srgbClr val="F2C94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valiosa participación como ponente con la conferencia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«Nutrición clínica»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en 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683971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A99A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WMLS-2026-R006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0" y="15361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00" kern="0" dirty="0">
                <a:solidFill>
                  <a:srgbClr val="5B6B7D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FACULTAD DE MEDICINA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17373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spc="4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RECONOCIMIENTO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233172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5" name="Shape 3"/>
          <p:cNvSpPr/>
          <p:nvPr/>
        </p:nvSpPr>
        <p:spPr>
          <a:xfrm>
            <a:off x="681228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COMO PONENTE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reconocimiento 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Dra. Iris</a:t>
            </a:r>
            <a:endParaRPr lang="en-US" sz="3800" dirty="0"/>
          </a:p>
        </p:txBody>
      </p:sp>
      <p:sp>
        <p:nvSpPr>
          <p:cNvPr id="9" name="Shape 7"/>
          <p:cNvSpPr/>
          <p:nvPr/>
        </p:nvSpPr>
        <p:spPr>
          <a:xfrm>
            <a:off x="2194560" y="4087368"/>
            <a:ext cx="5669280" cy="0"/>
          </a:xfrm>
          <a:prstGeom prst="line">
            <a:avLst/>
          </a:prstGeom>
          <a:noFill/>
          <a:ln w="22225">
            <a:solidFill>
              <a:srgbClr val="F2C9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74336" y="4032504"/>
            <a:ext cx="109728" cy="109728"/>
          </a:xfrm>
          <a:prstGeom prst="ellipse">
            <a:avLst/>
          </a:prstGeom>
          <a:solidFill>
            <a:srgbClr val="F2C94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valiosa participación como ponente con la conferencia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«AMIR»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en 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683971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A99A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WMLS-2026-R007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0" y="15361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00" kern="0" dirty="0">
                <a:solidFill>
                  <a:srgbClr val="5B6B7D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FACULTAD DE MEDICINA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17373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spc="4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RECONOCIMIENTO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233172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5" name="Shape 3"/>
          <p:cNvSpPr/>
          <p:nvPr/>
        </p:nvSpPr>
        <p:spPr>
          <a:xfrm>
            <a:off x="681228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COMO PONENTE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reconocimiento 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Dr. Jorge Macías</a:t>
            </a:r>
            <a:endParaRPr lang="en-US" sz="3800" dirty="0"/>
          </a:p>
        </p:txBody>
      </p:sp>
      <p:sp>
        <p:nvSpPr>
          <p:cNvPr id="9" name="Shape 7"/>
          <p:cNvSpPr/>
          <p:nvPr/>
        </p:nvSpPr>
        <p:spPr>
          <a:xfrm>
            <a:off x="2194560" y="4087368"/>
            <a:ext cx="5669280" cy="0"/>
          </a:xfrm>
          <a:prstGeom prst="line">
            <a:avLst/>
          </a:prstGeom>
          <a:noFill/>
          <a:ln w="22225">
            <a:solidFill>
              <a:srgbClr val="F2C9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74336" y="4032504"/>
            <a:ext cx="109728" cy="109728"/>
          </a:xfrm>
          <a:prstGeom prst="ellipse">
            <a:avLst/>
          </a:prstGeom>
          <a:solidFill>
            <a:srgbClr val="F2C94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valiosa participación como ponente con la conferencia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«AMIR»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en 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683971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A99A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WMLS-2026-R008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0" y="15361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00" kern="0" dirty="0">
                <a:solidFill>
                  <a:srgbClr val="5B6B7D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FACULTAD DE MEDICINA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17373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spc="400" kern="0" dirty="0">
                <a:solidFill>
                  <a:srgbClr val="26629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RECONOCIMIENTO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233172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5" name="Shape 3"/>
          <p:cNvSpPr/>
          <p:nvPr/>
        </p:nvSpPr>
        <p:spPr>
          <a:xfrm>
            <a:off x="6812280" y="2706624"/>
            <a:ext cx="914400" cy="54864"/>
          </a:xfrm>
          <a:prstGeom prst="rect">
            <a:avLst/>
          </a:prstGeom>
          <a:solidFill>
            <a:srgbClr val="2DB3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91840" y="25603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500" kern="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COMO PONENTE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3035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Otorga el presente reconocimiento 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310128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Dr. Asisclo</a:t>
            </a:r>
            <a:endParaRPr lang="en-US" sz="3800" dirty="0"/>
          </a:p>
        </p:txBody>
      </p:sp>
      <p:sp>
        <p:nvSpPr>
          <p:cNvPr id="9" name="Shape 7"/>
          <p:cNvSpPr/>
          <p:nvPr/>
        </p:nvSpPr>
        <p:spPr>
          <a:xfrm>
            <a:off x="2194560" y="4087368"/>
            <a:ext cx="5669280" cy="0"/>
          </a:xfrm>
          <a:prstGeom prst="line">
            <a:avLst/>
          </a:prstGeom>
          <a:noFill/>
          <a:ln w="22225">
            <a:solidFill>
              <a:srgbClr val="F2C94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74336" y="4032504"/>
            <a:ext cx="109728" cy="109728"/>
          </a:xfrm>
          <a:prstGeom prst="ellipse">
            <a:avLst/>
          </a:prstGeom>
          <a:solidFill>
            <a:srgbClr val="F2C94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17320" y="4206240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su valiosa participación en la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Mesa redonda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del 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Westhill Medical Leadership Summit 2026</a:t>
            </a:r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A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realizado los días 21, 22 y 23 de octubre de 2026 en la Facultad de Medicina de la Universidad Westhill.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6294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Ciudad de México, a 23 de octubre de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508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Director(a) de la Facultad de Medicina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80760" y="6199632"/>
            <a:ext cx="2468880" cy="0"/>
          </a:xfrm>
          <a:prstGeom prst="line">
            <a:avLst/>
          </a:prstGeom>
          <a:noFill/>
          <a:ln w="12700">
            <a:solidFill>
              <a:srgbClr val="0E2A4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52160" y="62544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E2A47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Nombre y firma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64830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Rector(a) de la Universidad Westhill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683971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A99AB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Folio: WMLS-2026-R009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ontserrat Extra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Universidad Westhill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Certificados · Westhill Medical Leadership Summit 2026</dc:title>
  <dc:subject>PptxGenJS Presentation</dc:subject>
  <dc:creator>Universidad Westhill · Facultad de Medicina</dc:creator>
  <cp:lastModifiedBy>Universidad Westhill · Facultad de Medicina</cp:lastModifiedBy>
  <cp:revision>1</cp:revision>
  <dcterms:created xsi:type="dcterms:W3CDTF">2026-10-14T14:35:50Z</dcterms:created>
  <dcterms:modified xsi:type="dcterms:W3CDTF">2026-10-14T14:35:50Z</dcterms:modified>
</cp:coreProperties>
</file>