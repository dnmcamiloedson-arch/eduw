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899c2ef9-1873-f6f8-6cfb-db7083fb0178}">
          <p14:sldIdLst>
            <p14:sldId id="256"/>
          </p14:sldIdLst>
        </p14:section>
        <p14:section name="Programa" id="{04a4af88-8e3b-6f36-d46d-09dd576d6468}">
          <p14:sldIdLst>
            <p14:sldId id="257"/>
            <p14:sldId id="258"/>
            <p14:sldId id="259"/>
          </p14:sldIdLst>
        </p14:section>
        <p14:section name="Mecánica" id="{440237df-a21f-6025-d237-881b9e416e11}">
          <p14:sldIdLst>
            <p14:sldId id="260"/>
            <p14:sldId id="261"/>
            <p14:sldId id="262"/>
            <p14:sldId id="263"/>
          </p14:sldIdLst>
        </p14:section>
        <p14:section name="Niveles y beneficios" id="{1c1528bb-028c-0da5-c640-75193e57e686}">
          <p14:sldIdLst>
            <p14:sldId id="264"/>
            <p14:sldId id="265"/>
            <p14:sldId id="266"/>
            <p14:sldId id="267"/>
          </p14:sldIdLst>
        </p14:section>
        <p14:section name="Iniciativas" id="{143a8d50-ee0a-5d00-00c1-571af3dbce03}">
          <p14:sldIdLst>
            <p14:sldId id="268"/>
            <p14:sldId id="269"/>
            <p14:sldId id="270"/>
          </p14:sldIdLst>
        </p14:section>
        <p14:section name="Cierre" id="{057e94fd-8ac6-4671-d404-945363f008b8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Westhill-Content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Westhill-Spli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Westhill-Dark-image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Westhill-Section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sthill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PLAN DE ACCIÓN  ·  EMBAJADORES WESTHILL 2.0</a:t>
            </a:r>
            <a:endParaRPr lang="en-US" sz="105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2435" y="274320"/>
            <a:ext cx="1820620" cy="731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641908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#SOMOSWESTHILL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351215" y="641908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@univwesthill</a:t>
            </a:r>
            <a:endParaRPr lang="en-US" sz="1000" dirty="0"/>
          </a:p>
        </p:txBody>
      </p:sp>
      <p:sp>
        <p:nvSpPr>
          <p:cNvPr id="6" name="Text 3"/>
          <p:cNvSpPr/>
          <p:nvPr>
            <p:ph idx="104" type="title" hasCustomPrompt="1"/>
          </p:nvPr>
        </p:nvSpPr>
        <p:spPr>
          <a:xfrm>
            <a:off x="548640" y="621792"/>
            <a:ext cx="8778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419088"/>
            <a:ext cx="41148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sthill Spli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5760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PLAN DE ACCIÓN  ·  EMBAJADORES WESTHILL 2.0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41908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#SOMOSWESTHILL   ·   @univwesthill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621792"/>
            <a:ext cx="58521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89320" y="6419088"/>
            <a:ext cx="41148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sthill Dark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sthill Sectio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#SOMOSWESTHILL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351215" y="641908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@univwesthill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419088"/>
            <a:ext cx="41148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419088"/>
            <a:ext cx="41148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image" Target="../media/image-11-10.png"/><Relationship Id="rId11" Type="http://schemas.openxmlformats.org/officeDocument/2006/relationships/image" Target="../media/image-11-11.png"/><Relationship Id="rId12" Type="http://schemas.openxmlformats.org/officeDocument/2006/relationships/image" Target="../media/image-11-12.png"/><Relationship Id="rId13" Type="http://schemas.openxmlformats.org/officeDocument/2006/relationships/image" Target="../media/image-11-13.png"/><Relationship Id="rId14" Type="http://schemas.openxmlformats.org/officeDocument/2006/relationships/image" Target="../media/image-11-14.png"/><Relationship Id="rId15" Type="http://schemas.openxmlformats.org/officeDocument/2006/relationships/image" Target="../media/image-11-15.png"/><Relationship Id="rId16" Type="http://schemas.openxmlformats.org/officeDocument/2006/relationships/image" Target="../media/image-11-16.png"/><Relationship Id="rId17" Type="http://schemas.openxmlformats.org/officeDocument/2006/relationships/image" Target="../media/image-11-17.png"/><Relationship Id="rId18" Type="http://schemas.openxmlformats.org/officeDocument/2006/relationships/slideLayout" Target="../slideLayouts/slideLayout2.xml"/><Relationship Id="rId1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image" Target="../media/image-12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image" Target="../media/image-14-12.png"/><Relationship Id="rId13" Type="http://schemas.openxmlformats.org/officeDocument/2006/relationships/slideLayout" Target="../slideLayouts/slideLayout3.xml"/><Relationship Id="rId1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jpe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 background 1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 Westhill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548640"/>
            <a:ext cx="2651760" cy="1065470"/>
          </a:xfrm>
          <a:prstGeom prst="rect">
            <a:avLst/>
          </a:prstGeom>
        </p:spPr>
      </p:pic>
      <p:sp>
        <p:nvSpPr>
          <p:cNvPr id="4" name="Kicker 3"/>
          <p:cNvSpPr txBox="1"/>
          <p:nvPr/>
        </p:nvSpPr>
        <p:spPr>
          <a:xfrm>
            <a:off x="594360" y="224028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7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PLAN DE ACCIÓN</a:t>
            </a:r>
            <a:endParaRPr lang="en-US" sz="1800" dirty="0"/>
          </a:p>
        </p:txBody>
      </p:sp>
      <p:sp>
        <p:nvSpPr>
          <p:cNvPr id="5" name="Cover title 4"/>
          <p:cNvSpPr txBox="1"/>
          <p:nvPr/>
        </p:nvSpPr>
        <p:spPr>
          <a:xfrm>
            <a:off x="594360" y="2697480"/>
            <a:ext cx="6400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56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Embajadores Westhill 2.0</a:t>
            </a:r>
            <a:endParaRPr lang="en-US" sz="5600" dirty="0"/>
          </a:p>
        </p:txBody>
      </p:sp>
      <p:sp>
        <p:nvSpPr>
          <p:cNvPr id="6" name="Date 5"/>
          <p:cNvSpPr txBox="1"/>
          <p:nvPr/>
        </p:nvSpPr>
        <p:spPr>
          <a:xfrm>
            <a:off x="594360" y="4709160"/>
            <a:ext cx="2377440" cy="56692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400" kern="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 2027</a:t>
            </a:r>
            <a:endParaRPr lang="en-US" sz="1800" dirty="0"/>
          </a:p>
        </p:txBody>
      </p:sp>
      <p:sp>
        <p:nvSpPr>
          <p:cNvPr id="7" name="Hashtag 6"/>
          <p:cNvSpPr txBox="1"/>
          <p:nvPr/>
        </p:nvSpPr>
        <p:spPr>
          <a:xfrm>
            <a:off x="594360" y="60350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500" kern="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#SOMOSWESTHILL</a:t>
            </a:r>
            <a:endParaRPr lang="en-US" sz="16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ection background 7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 Westhill 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2103120" cy="845028"/>
          </a:xfrm>
          <a:prstGeom prst="rect">
            <a:avLst/>
          </a:prstGeom>
        </p:spPr>
      </p:pic>
      <p:sp>
        <p:nvSpPr>
          <p:cNvPr id="4" name="Section number 9"/>
          <p:cNvSpPr txBox="1"/>
          <p:nvPr/>
        </p:nvSpPr>
        <p:spPr>
          <a:xfrm>
            <a:off x="502920" y="196596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01</a:t>
            </a:r>
            <a:endParaRPr lang="en-US" sz="14000" dirty="0"/>
          </a:p>
        </p:txBody>
      </p:sp>
      <p:sp>
        <p:nvSpPr>
          <p:cNvPr id="5" name="Section kicker 10"/>
          <p:cNvSpPr txBox="1"/>
          <p:nvPr/>
        </p:nvSpPr>
        <p:spPr>
          <a:xfrm>
            <a:off x="548640" y="3840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SECCIÓN</a:t>
            </a:r>
            <a:endParaRPr lang="en-US" sz="1400" dirty="0"/>
          </a:p>
        </p:txBody>
      </p:sp>
      <p:sp>
        <p:nvSpPr>
          <p:cNvPr id="6" name="Section title 11"/>
          <p:cNvSpPr txBox="1"/>
          <p:nvPr/>
        </p:nvSpPr>
        <p:spPr>
          <a:xfrm>
            <a:off x="548640" y="42062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programa</a:t>
            </a: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419088"/>
            <a:ext cx="41148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548640" y="621792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Embajadores Westhill 2.0</a:t>
            </a:r>
            <a:endParaRPr lang="en-US" sz="3400" dirty="0"/>
          </a:p>
        </p:txBody>
      </p:sp>
      <p:sp>
        <p:nvSpPr>
          <p:cNvPr id="3" name="Program description 12"/>
          <p:cNvSpPr txBox="1"/>
          <p:nvPr/>
        </p:nvSpPr>
        <p:spPr>
          <a:xfrm>
            <a:off x="548640" y="164592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programa de Embajadores Westhill es una iniciativa para que nuestros estudiantes compartan su experiencia, representen a la Universidad y ayuden a más jóvenes a descubrir su camino profesional.</a:t>
            </a:r>
            <a:endParaRPr lang="en-US" sz="1700" dirty="0"/>
          </a:p>
        </p:txBody>
      </p:sp>
      <p:pic>
        <p:nvPicPr>
          <p:cNvPr id="4" name="Objective card 1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246120"/>
            <a:ext cx="6035040" cy="28346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5" name="Watermark FaBullseye 1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3383280"/>
            <a:ext cx="1645920" cy="1645920"/>
          </a:xfrm>
          <a:prstGeom prst="rect">
            <a:avLst/>
          </a:prstGeom>
        </p:spPr>
      </p:pic>
      <p:pic>
        <p:nvPicPr>
          <p:cNvPr id="6" name="Icon FaBullseye 15" descr="Bullsey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566160"/>
            <a:ext cx="731520" cy="731520"/>
          </a:xfrm>
          <a:prstGeom prst="rect">
            <a:avLst/>
          </a:prstGeom>
        </p:spPr>
      </p:pic>
      <p:sp>
        <p:nvSpPr>
          <p:cNvPr id="7" name="Objective label 16"/>
          <p:cNvSpPr txBox="1"/>
          <p:nvPr/>
        </p:nvSpPr>
        <p:spPr>
          <a:xfrm>
            <a:off x="1828800" y="3566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5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OBJETIVO</a:t>
            </a:r>
            <a:endParaRPr lang="en-US" sz="1600" dirty="0"/>
          </a:p>
        </p:txBody>
      </p:sp>
      <p:sp>
        <p:nvSpPr>
          <p:cNvPr id="8" name="Objective text 17"/>
          <p:cNvSpPr txBox="1"/>
          <p:nvPr/>
        </p:nvSpPr>
        <p:spPr>
          <a:xfrm>
            <a:off x="914400" y="4480560"/>
            <a:ext cx="5303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Generar más prospectos e inscritos, fortaleciendo el sentido de pertenencia de nuestros estudiantes y posicionando a Westhill a través de su voz auténtica.</a:t>
            </a:r>
            <a:endParaRPr lang="en-US" sz="1700" dirty="0"/>
          </a:p>
        </p:txBody>
      </p:sp>
      <p:pic>
        <p:nvPicPr>
          <p:cNvPr id="9" name="Why card 18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1645920"/>
            <a:ext cx="4690872" cy="44348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10" name="Why title 19"/>
          <p:cNvSpPr txBox="1"/>
          <p:nvPr/>
        </p:nvSpPr>
        <p:spPr>
          <a:xfrm>
            <a:off x="7269480" y="18288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¿Por qué ser embajador?</a:t>
            </a:r>
            <a:endParaRPr lang="en-US" sz="1900" dirty="0"/>
          </a:p>
        </p:txBody>
      </p:sp>
      <p:pic>
        <p:nvPicPr>
          <p:cNvPr id="11" name="Icon FaHandHoldingHeart 20" descr="HandHoldingHe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9480" y="2514600"/>
            <a:ext cx="512064" cy="512064"/>
          </a:xfrm>
          <a:prstGeom prst="rect">
            <a:avLst/>
          </a:prstGeom>
        </p:spPr>
      </p:pic>
      <p:sp>
        <p:nvSpPr>
          <p:cNvPr id="12" name="Why item 21"/>
          <p:cNvSpPr txBox="1"/>
          <p:nvPr/>
        </p:nvSpPr>
        <p:spPr>
          <a:xfrm>
            <a:off x="7955280" y="2514600"/>
            <a:ext cx="3520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Haces la diferencia en la vida de otros.</a:t>
            </a:r>
            <a:endParaRPr lang="en-US" sz="1500" dirty="0"/>
          </a:p>
        </p:txBody>
      </p:sp>
      <p:pic>
        <p:nvPicPr>
          <p:cNvPr id="13" name="Icon FaBuildingColumns 22" descr="BuildingColumn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69480" y="3209544"/>
            <a:ext cx="512064" cy="512064"/>
          </a:xfrm>
          <a:prstGeom prst="rect">
            <a:avLst/>
          </a:prstGeom>
        </p:spPr>
      </p:pic>
      <p:sp>
        <p:nvSpPr>
          <p:cNvPr id="14" name="Why item 23"/>
          <p:cNvSpPr txBox="1"/>
          <p:nvPr/>
        </p:nvSpPr>
        <p:spPr>
          <a:xfrm>
            <a:off x="7955280" y="3209544"/>
            <a:ext cx="3520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Fortalece tu universidad.</a:t>
            </a:r>
            <a:endParaRPr lang="en-US" sz="1500" dirty="0"/>
          </a:p>
        </p:txBody>
      </p:sp>
      <p:pic>
        <p:nvPicPr>
          <p:cNvPr id="15" name="Icon FaRankingStar 24" descr="RankingSta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69480" y="3904488"/>
            <a:ext cx="512064" cy="512064"/>
          </a:xfrm>
          <a:prstGeom prst="rect">
            <a:avLst/>
          </a:prstGeom>
        </p:spPr>
      </p:pic>
      <p:sp>
        <p:nvSpPr>
          <p:cNvPr id="16" name="Why item 25"/>
          <p:cNvSpPr txBox="1"/>
          <p:nvPr/>
        </p:nvSpPr>
        <p:spPr>
          <a:xfrm>
            <a:off x="7955280" y="3904488"/>
            <a:ext cx="3520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Desarrollas habilidades de liderazgo.</a:t>
            </a:r>
            <a:endParaRPr lang="en-US" sz="1500" dirty="0"/>
          </a:p>
        </p:txBody>
      </p:sp>
      <p:pic>
        <p:nvPicPr>
          <p:cNvPr id="17" name="Icon FaGift 26" descr="Gif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69480" y="4599432"/>
            <a:ext cx="512064" cy="512064"/>
          </a:xfrm>
          <a:prstGeom prst="rect">
            <a:avLst/>
          </a:prstGeom>
        </p:spPr>
      </p:pic>
      <p:sp>
        <p:nvSpPr>
          <p:cNvPr id="18" name="Why item 27"/>
          <p:cNvSpPr txBox="1"/>
          <p:nvPr/>
        </p:nvSpPr>
        <p:spPr>
          <a:xfrm>
            <a:off x="7955280" y="4599432"/>
            <a:ext cx="3520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Obtienes incentivos y reconocimientos.</a:t>
            </a:r>
            <a:endParaRPr lang="en-US" sz="1500" dirty="0"/>
          </a:p>
        </p:txBody>
      </p:sp>
      <p:pic>
        <p:nvPicPr>
          <p:cNvPr id="19" name="Icon FaStar 28" descr="Sta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69480" y="5294376"/>
            <a:ext cx="512064" cy="512064"/>
          </a:xfrm>
          <a:prstGeom prst="rect">
            <a:avLst/>
          </a:prstGeom>
        </p:spPr>
      </p:pic>
      <p:sp>
        <p:nvSpPr>
          <p:cNvPr id="20" name="Why item 29"/>
          <p:cNvSpPr txBox="1"/>
          <p:nvPr/>
        </p:nvSpPr>
        <p:spPr>
          <a:xfrm>
            <a:off x="7955280" y="5294376"/>
            <a:ext cx="3520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Vives experiencias únicas.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419088"/>
            <a:ext cx="41148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7" grpId="0" animBg="1"/>
      <p:bldP spid="8" grpId="0" animBg="1"/>
      <p:bldP spid="10" grpId="0" animBg="1"/>
      <p:bldP spid="12" grpId="0" animBg="1"/>
      <p:bldP spid="14" grpId="0" animBg="1"/>
      <p:bldP spid="16" grpId="0" animBg="1"/>
      <p:bldP spid="18" grpId="0" animBg="1"/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548640" y="621792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 basa en 3 perfiles</a:t>
            </a:r>
            <a:endParaRPr lang="en-US" sz="3400" dirty="0"/>
          </a:p>
        </p:txBody>
      </p:sp>
      <p:pic>
        <p:nvPicPr>
          <p:cNvPr id="3" name="Profile card 3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3511296" cy="452628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4" name="Icon FaShareNodes 31" descr="ShareNod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822960" cy="822960"/>
          </a:xfrm>
          <a:prstGeom prst="rect">
            <a:avLst/>
          </a:prstGeom>
        </p:spPr>
      </p:pic>
      <p:sp>
        <p:nvSpPr>
          <p:cNvPr id="5" name="Profile kicker 32"/>
          <p:cNvSpPr txBox="1"/>
          <p:nvPr/>
        </p:nvSpPr>
        <p:spPr>
          <a:xfrm>
            <a:off x="868680" y="2926080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</p:txBody>
      </p:sp>
      <p:sp>
        <p:nvSpPr>
          <p:cNvPr id="6" name="Profile name 33"/>
          <p:cNvSpPr txBox="1"/>
          <p:nvPr/>
        </p:nvSpPr>
        <p:spPr>
          <a:xfrm>
            <a:off x="868680" y="3200400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CONECTA</a:t>
            </a:r>
            <a:endParaRPr lang="en-US" sz="2700" dirty="0"/>
          </a:p>
        </p:txBody>
      </p:sp>
      <p:sp>
        <p:nvSpPr>
          <p:cNvPr id="7" name="Profile items 34"/>
          <p:cNvSpPr txBox="1"/>
          <p:nvPr/>
        </p:nvSpPr>
        <p:spPr>
          <a:xfrm>
            <a:off x="868680" y="3886200"/>
            <a:ext cx="2962656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Comparte Westhill con amigos, familiares y conocidos.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Invita a eventos.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Genera prospectos con tu código o enlace personal.</a:t>
            </a:r>
            <a:endParaRPr lang="en-US" sz="1400" dirty="0"/>
          </a:p>
        </p:txBody>
      </p:sp>
      <p:pic>
        <p:nvPicPr>
          <p:cNvPr id="8" name="Profile card 3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1688" y="1600200"/>
            <a:ext cx="3511296" cy="452628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9" name="Icon FaUserGraduate 36" descr="UserGradua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1728" y="1920240"/>
            <a:ext cx="822960" cy="822960"/>
          </a:xfrm>
          <a:prstGeom prst="rect">
            <a:avLst/>
          </a:prstGeom>
        </p:spPr>
      </p:pic>
      <p:sp>
        <p:nvSpPr>
          <p:cNvPr id="10" name="Profile kicker 37"/>
          <p:cNvSpPr txBox="1"/>
          <p:nvPr/>
        </p:nvSpPr>
        <p:spPr>
          <a:xfrm>
            <a:off x="4681728" y="2926080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</p:txBody>
      </p:sp>
      <p:sp>
        <p:nvSpPr>
          <p:cNvPr id="11" name="Profile name 38"/>
          <p:cNvSpPr txBox="1"/>
          <p:nvPr/>
        </p:nvSpPr>
        <p:spPr>
          <a:xfrm>
            <a:off x="4681728" y="3200400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EXPERIENCIA</a:t>
            </a:r>
            <a:endParaRPr lang="en-US" sz="2700" dirty="0"/>
          </a:p>
        </p:txBody>
      </p:sp>
      <p:sp>
        <p:nvSpPr>
          <p:cNvPr id="12" name="Profile items 39"/>
          <p:cNvSpPr txBox="1"/>
          <p:nvPr/>
        </p:nvSpPr>
        <p:spPr>
          <a:xfrm>
            <a:off x="4681728" y="3886200"/>
            <a:ext cx="2962656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Participa en eventos, ferias y webinars.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Comparte tu experiencia como estudiante.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Graba testimonios y contenido.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Acompaña a prospectos en visitas.</a:t>
            </a:r>
            <a:endParaRPr lang="en-US" sz="1400" dirty="0"/>
          </a:p>
        </p:txBody>
      </p:sp>
      <p:pic>
        <p:nvPicPr>
          <p:cNvPr id="13" name="Profile card 40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4736" y="1600200"/>
            <a:ext cx="3511296" cy="452628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4" name="Watermark FaCrown 41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68712" y="4800600"/>
            <a:ext cx="1143000" cy="1143000"/>
          </a:xfrm>
          <a:prstGeom prst="rect">
            <a:avLst/>
          </a:prstGeom>
        </p:spPr>
      </p:pic>
      <p:pic>
        <p:nvPicPr>
          <p:cNvPr id="15" name="Icon FaCrown 42" descr="C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4776" y="1920240"/>
            <a:ext cx="822960" cy="822960"/>
          </a:xfrm>
          <a:prstGeom prst="rect">
            <a:avLst/>
          </a:prstGeom>
        </p:spPr>
      </p:pic>
      <p:sp>
        <p:nvSpPr>
          <p:cNvPr id="16" name="Highlight tag 43"/>
          <p:cNvSpPr txBox="1"/>
          <p:nvPr/>
        </p:nvSpPr>
        <p:spPr>
          <a:xfrm>
            <a:off x="10085832" y="2057400"/>
            <a:ext cx="1280160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DESTACADO</a:t>
            </a:r>
            <a:endParaRPr lang="en-US" sz="1000" dirty="0"/>
          </a:p>
        </p:txBody>
      </p:sp>
      <p:sp>
        <p:nvSpPr>
          <p:cNvPr id="17" name="Profile kicker 44"/>
          <p:cNvSpPr txBox="1"/>
          <p:nvPr/>
        </p:nvSpPr>
        <p:spPr>
          <a:xfrm>
            <a:off x="8494776" y="2926080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</p:txBody>
      </p:sp>
      <p:sp>
        <p:nvSpPr>
          <p:cNvPr id="18" name="Profile name 45"/>
          <p:cNvSpPr txBox="1"/>
          <p:nvPr/>
        </p:nvSpPr>
        <p:spPr>
          <a:xfrm>
            <a:off x="8494776" y="3200400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LÍDER</a:t>
            </a:r>
            <a:endParaRPr lang="en-US" sz="2700" dirty="0"/>
          </a:p>
        </p:txBody>
      </p:sp>
      <p:sp>
        <p:nvSpPr>
          <p:cNvPr id="19" name="Profile items 46"/>
          <p:cNvSpPr txBox="1"/>
          <p:nvPr/>
        </p:nvSpPr>
        <p:spPr>
          <a:xfrm>
            <a:off x="8494776" y="3886200"/>
            <a:ext cx="2962656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 un alumno destacado que representa a Westhill.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Participa en campañas institucionales.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Apoya en eventos de atracción.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Puede ser parte de videos y material de promoción.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419088"/>
            <a:ext cx="41148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10" grpId="0" animBg="1"/>
      <p:bldP spid="11" grpId="0" animBg="1"/>
      <p:bldP spid="12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ection background 47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 Westhill 4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2103120" cy="845028"/>
          </a:xfrm>
          <a:prstGeom prst="rect">
            <a:avLst/>
          </a:prstGeom>
        </p:spPr>
      </p:pic>
      <p:sp>
        <p:nvSpPr>
          <p:cNvPr id="4" name="Section number 49"/>
          <p:cNvSpPr txBox="1"/>
          <p:nvPr/>
        </p:nvSpPr>
        <p:spPr>
          <a:xfrm>
            <a:off x="502920" y="196596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02</a:t>
            </a:r>
            <a:endParaRPr lang="en-US" sz="14000" dirty="0"/>
          </a:p>
        </p:txBody>
      </p:sp>
      <p:sp>
        <p:nvSpPr>
          <p:cNvPr id="5" name="Section kicker 50"/>
          <p:cNvSpPr txBox="1"/>
          <p:nvPr/>
        </p:nvSpPr>
        <p:spPr>
          <a:xfrm>
            <a:off x="548640" y="3840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SECCIÓN</a:t>
            </a:r>
            <a:endParaRPr lang="en-US" sz="1400" dirty="0"/>
          </a:p>
        </p:txBody>
      </p:sp>
      <p:sp>
        <p:nvSpPr>
          <p:cNvPr id="6" name="Section title 51"/>
          <p:cNvSpPr txBox="1"/>
          <p:nvPr/>
        </p:nvSpPr>
        <p:spPr>
          <a:xfrm>
            <a:off x="548640" y="42062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¿Cómo funciona?</a:t>
            </a: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419088"/>
            <a:ext cx="41148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548640" y="621792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¿Cómo funciona?</a:t>
            </a:r>
            <a:endParaRPr lang="en-US" sz="3400" dirty="0"/>
          </a:p>
        </p:txBody>
      </p:sp>
      <p:pic>
        <p:nvPicPr>
          <p:cNvPr id="3" name="Step card 5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2514600" cy="41148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4" name="Step number 53"/>
          <p:cNvSpPr txBox="1"/>
          <p:nvPr/>
        </p:nvSpPr>
        <p:spPr>
          <a:xfrm>
            <a:off x="822960" y="201168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01</a:t>
            </a:r>
            <a:endParaRPr lang="en-US" sz="4000" dirty="0"/>
          </a:p>
        </p:txBody>
      </p:sp>
      <p:pic>
        <p:nvPicPr>
          <p:cNvPr id="5" name="Icon FaQrcode 54" descr="Qrc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2011680"/>
            <a:ext cx="822960" cy="822960"/>
          </a:xfrm>
          <a:prstGeom prst="rect">
            <a:avLst/>
          </a:prstGeom>
        </p:spPr>
      </p:pic>
      <p:sp>
        <p:nvSpPr>
          <p:cNvPr id="6" name="Step head 55"/>
          <p:cNvSpPr txBox="1"/>
          <p:nvPr/>
        </p:nvSpPr>
        <p:spPr>
          <a:xfrm>
            <a:off x="822960" y="320040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Comparte</a:t>
            </a:r>
            <a:endParaRPr lang="en-US" sz="2000" dirty="0"/>
          </a:p>
        </p:txBody>
      </p:sp>
      <p:sp>
        <p:nvSpPr>
          <p:cNvPr id="7" name="Step body 56"/>
          <p:cNvSpPr txBox="1"/>
          <p:nvPr/>
        </p:nvSpPr>
        <p:spPr>
          <a:xfrm>
            <a:off x="822960" y="4114800"/>
            <a:ext cx="2057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QR personalizado</a:t>
            </a:r>
            <a:endParaRPr lang="en-US" sz="1600" dirty="0"/>
          </a:p>
        </p:txBody>
      </p:sp>
      <p:pic>
        <p:nvPicPr>
          <p:cNvPr id="8" name="Icon FaChevronRight 57" descr="Chevron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3804" y="3346704"/>
            <a:ext cx="438912" cy="438912"/>
          </a:xfrm>
          <a:prstGeom prst="rect">
            <a:avLst/>
          </a:prstGeom>
        </p:spPr>
      </p:pic>
      <p:pic>
        <p:nvPicPr>
          <p:cNvPr id="9" name="Step card 58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0" y="1737360"/>
            <a:ext cx="2514600" cy="41148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10" name="Step number 59"/>
          <p:cNvSpPr txBox="1"/>
          <p:nvPr/>
        </p:nvSpPr>
        <p:spPr>
          <a:xfrm>
            <a:off x="3657600" y="201168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02</a:t>
            </a:r>
            <a:endParaRPr lang="en-US" sz="4000" dirty="0"/>
          </a:p>
        </p:txBody>
      </p:sp>
      <p:pic>
        <p:nvPicPr>
          <p:cNvPr id="11" name="Icon FaCalendarCheck 60" descr="Calendar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2011680"/>
            <a:ext cx="822960" cy="822960"/>
          </a:xfrm>
          <a:prstGeom prst="rect">
            <a:avLst/>
          </a:prstGeom>
        </p:spPr>
      </p:pic>
      <p:sp>
        <p:nvSpPr>
          <p:cNvPr id="12" name="Step head 61"/>
          <p:cNvSpPr txBox="1"/>
          <p:nvPr/>
        </p:nvSpPr>
        <p:spPr>
          <a:xfrm>
            <a:off x="3657600" y="320040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Tus referidos</a:t>
            </a:r>
            <a:endParaRPr lang="en-US" sz="2000" dirty="0"/>
          </a:p>
        </p:txBody>
      </p:sp>
      <p:sp>
        <p:nvSpPr>
          <p:cNvPr id="13" name="Step body 62"/>
          <p:cNvSpPr txBox="1"/>
          <p:nvPr/>
        </p:nvSpPr>
        <p:spPr>
          <a:xfrm>
            <a:off x="3657600" y="4114800"/>
            <a:ext cx="2057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Agendan su visita</a:t>
            </a:r>
            <a:endParaRPr lang="en-US" sz="1600" dirty="0"/>
          </a:p>
        </p:txBody>
      </p:sp>
      <p:pic>
        <p:nvPicPr>
          <p:cNvPr id="14" name="Icon FaChevronRight 63" descr="ChevronRigh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38444" y="3346704"/>
            <a:ext cx="438912" cy="438912"/>
          </a:xfrm>
          <a:prstGeom prst="rect">
            <a:avLst/>
          </a:prstGeom>
        </p:spPr>
      </p:pic>
      <p:pic>
        <p:nvPicPr>
          <p:cNvPr id="15" name="Step card 6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0" y="1737360"/>
            <a:ext cx="2514600" cy="41148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6" name="Watermark FaMoneyBillWave 65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06640" y="4617720"/>
            <a:ext cx="1051560" cy="1051560"/>
          </a:xfrm>
          <a:prstGeom prst="rect">
            <a:avLst/>
          </a:prstGeom>
        </p:spPr>
      </p:pic>
      <p:sp>
        <p:nvSpPr>
          <p:cNvPr id="17" name="Step number 66"/>
          <p:cNvSpPr txBox="1"/>
          <p:nvPr/>
        </p:nvSpPr>
        <p:spPr>
          <a:xfrm>
            <a:off x="6492240" y="201168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03</a:t>
            </a:r>
            <a:endParaRPr lang="en-US" sz="4000" dirty="0"/>
          </a:p>
        </p:txBody>
      </p:sp>
      <p:pic>
        <p:nvPicPr>
          <p:cNvPr id="18" name="Icon FaMoneyBillWave 67" descr="MoneyBillWav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35240" y="2011680"/>
            <a:ext cx="822960" cy="822960"/>
          </a:xfrm>
          <a:prstGeom prst="rect">
            <a:avLst/>
          </a:prstGeom>
        </p:spPr>
      </p:pic>
      <p:sp>
        <p:nvSpPr>
          <p:cNvPr id="19" name="Step head 68"/>
          <p:cNvSpPr txBox="1"/>
          <p:nvPr/>
        </p:nvSpPr>
        <p:spPr>
          <a:xfrm>
            <a:off x="6492240" y="320040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 se inscribe</a:t>
            </a:r>
            <a:endParaRPr lang="en-US" sz="2000" dirty="0"/>
          </a:p>
        </p:txBody>
      </p:sp>
      <p:sp>
        <p:nvSpPr>
          <p:cNvPr id="20" name="Step body 69"/>
          <p:cNvSpPr txBox="1"/>
          <p:nvPr/>
        </p:nvSpPr>
        <p:spPr>
          <a:xfrm>
            <a:off x="6492240" y="4114800"/>
            <a:ext cx="2057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Recibes un Bono económico</a:t>
            </a:r>
            <a:endParaRPr lang="en-US" sz="1600" dirty="0"/>
          </a:p>
        </p:txBody>
      </p:sp>
      <p:pic>
        <p:nvPicPr>
          <p:cNvPr id="21" name="Icon FaChevronRight 70" descr="ChevronRigh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3084" y="3346704"/>
            <a:ext cx="438912" cy="438912"/>
          </a:xfrm>
          <a:prstGeom prst="rect">
            <a:avLst/>
          </a:prstGeom>
        </p:spPr>
      </p:pic>
      <p:pic>
        <p:nvPicPr>
          <p:cNvPr id="22" name="Step card 71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52560" y="1737360"/>
            <a:ext cx="2514600" cy="41148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23" name="Step number 72"/>
          <p:cNvSpPr txBox="1"/>
          <p:nvPr/>
        </p:nvSpPr>
        <p:spPr>
          <a:xfrm>
            <a:off x="9326880" y="201168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04</a:t>
            </a:r>
            <a:endParaRPr lang="en-US" sz="4000" dirty="0"/>
          </a:p>
        </p:txBody>
      </p:sp>
      <p:pic>
        <p:nvPicPr>
          <p:cNvPr id="24" name="Icon FaTrophy 73" descr="Trophy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469880" y="2011680"/>
            <a:ext cx="822960" cy="822960"/>
          </a:xfrm>
          <a:prstGeom prst="rect">
            <a:avLst/>
          </a:prstGeom>
        </p:spPr>
      </p:pic>
      <p:sp>
        <p:nvSpPr>
          <p:cNvPr id="25" name="Step head 74"/>
          <p:cNvSpPr txBox="1"/>
          <p:nvPr/>
        </p:nvSpPr>
        <p:spPr>
          <a:xfrm>
            <a:off x="9326880" y="320040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Acumulas Puntos.</a:t>
            </a:r>
            <a:endParaRPr lang="en-US" sz="2000" dirty="0"/>
          </a:p>
        </p:txBody>
      </p:sp>
      <p:sp>
        <p:nvSpPr>
          <p:cNvPr id="26" name="Step body 75"/>
          <p:cNvSpPr txBox="1"/>
          <p:nvPr/>
        </p:nvSpPr>
        <p:spPr>
          <a:xfrm>
            <a:off x="9326880" y="4114800"/>
            <a:ext cx="2057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Subes de nivel</a:t>
            </a:r>
            <a:endParaRPr lang="en-US" sz="160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Beneficios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419088"/>
            <a:ext cx="41148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0" grpId="0" animBg="1"/>
      <p:bldP spid="12" grpId="0" animBg="1"/>
      <p:bldP spid="13" grpId="0" animBg="1"/>
      <p:bldP spid="17" grpId="0" animBg="1"/>
      <p:bldP spid="19" grpId="0" animBg="1"/>
      <p:bldP spid="20" grpId="0" animBg="1"/>
      <p:bldP spid="23" grpId="0" animBg="1"/>
      <p:bldP spid="25" grpId="0" animBg="1"/>
      <p:bldP spid="2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548640" y="621792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Sistema de puntos</a:t>
            </a:r>
            <a:endParaRPr lang="en-US" sz="3400" dirty="0"/>
          </a:p>
        </p:txBody>
      </p:sp>
      <p:pic>
        <p:nvPicPr>
          <p:cNvPr id="3" name="Table card 7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" y="1536192"/>
            <a:ext cx="6894576" cy="405993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graphicFrame>
        <p:nvGraphicFramePr>
          <p:cNvPr id="8" name="Points table 7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667512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15544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Actividades</a:t>
                      </a:r>
                      <a:endParaRPr lang="en-US" sz="14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Puntos</a:t>
                      </a:r>
                      <a:endParaRPr lang="en-US" sz="14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Registrar un referido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10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Referido asiste a eventos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20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Referido agenda entrevista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30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Referido inicia admisión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50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tx2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Referido se inscribe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4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100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Participar en eventos promocionales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30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Participar en ferias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30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Grabar testimonios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30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Invitar a 5 prospectos a un evento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50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pic>
        <p:nvPicPr>
          <p:cNvPr id="5" name="Bonus card 7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536192"/>
            <a:ext cx="4007815" cy="405993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6" name="Icon FaMoneyBillWave 79" descr="MoneyBillWa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1783080"/>
            <a:ext cx="685800" cy="685800"/>
          </a:xfrm>
          <a:prstGeom prst="rect">
            <a:avLst/>
          </a:prstGeom>
        </p:spPr>
      </p:pic>
      <p:sp>
        <p:nvSpPr>
          <p:cNvPr id="7" name="Bonus label 80"/>
          <p:cNvSpPr txBox="1"/>
          <p:nvPr/>
        </p:nvSpPr>
        <p:spPr>
          <a:xfrm>
            <a:off x="8778240" y="1783080"/>
            <a:ext cx="2727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BONO ECONÓMICO</a:t>
            </a:r>
            <a:endParaRPr lang="en-US" sz="1600" dirty="0"/>
          </a:p>
        </p:txBody>
      </p:sp>
      <p:sp>
        <p:nvSpPr>
          <p:cNvPr id="8" name="Bonus amount 81"/>
          <p:cNvSpPr txBox="1"/>
          <p:nvPr/>
        </p:nvSpPr>
        <p:spPr>
          <a:xfrm>
            <a:off x="8001000" y="265176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$2,000</a:t>
            </a:r>
            <a:endParaRPr lang="en-US" sz="3000" dirty="0"/>
          </a:p>
        </p:txBody>
      </p:sp>
      <p:sp>
        <p:nvSpPr>
          <p:cNvPr id="9" name="Bonus label 82"/>
          <p:cNvSpPr txBox="1"/>
          <p:nvPr/>
        </p:nvSpPr>
        <p:spPr>
          <a:xfrm>
            <a:off x="9921240" y="2651760"/>
            <a:ext cx="15389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 invitado inscrito</a:t>
            </a:r>
            <a:endParaRPr lang="en-US" sz="1400" dirty="0"/>
          </a:p>
        </p:txBody>
      </p:sp>
      <p:sp>
        <p:nvSpPr>
          <p:cNvPr id="10" name="Divider 83"/>
          <p:cNvSpPr/>
          <p:nvPr/>
        </p:nvSpPr>
        <p:spPr>
          <a:xfrm>
            <a:off x="8001000" y="3419856"/>
            <a:ext cx="3276295" cy="0"/>
          </a:xfrm>
          <a:prstGeom prst="line">
            <a:avLst/>
          </a:prstGeom>
          <a:noFill/>
          <a:ln w="12700">
            <a:solidFill>
              <a:srgbClr val="2B5A88"/>
            </a:solidFill>
            <a:prstDash val="solid"/>
          </a:ln>
        </p:spPr>
      </p:sp>
      <p:sp>
        <p:nvSpPr>
          <p:cNvPr id="11" name="Bonus amount 84"/>
          <p:cNvSpPr txBox="1"/>
          <p:nvPr/>
        </p:nvSpPr>
        <p:spPr>
          <a:xfrm>
            <a:off x="8001000" y="358444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$3,500</a:t>
            </a:r>
            <a:endParaRPr lang="en-US" sz="3000" dirty="0"/>
          </a:p>
        </p:txBody>
      </p:sp>
      <p:sp>
        <p:nvSpPr>
          <p:cNvPr id="12" name="Bonus label 85"/>
          <p:cNvSpPr txBox="1"/>
          <p:nvPr/>
        </p:nvSpPr>
        <p:spPr>
          <a:xfrm>
            <a:off x="9921240" y="3584448"/>
            <a:ext cx="15389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 invitados inscritos</a:t>
            </a:r>
            <a:endParaRPr lang="en-US" sz="1400" dirty="0"/>
          </a:p>
        </p:txBody>
      </p:sp>
      <p:pic>
        <p:nvPicPr>
          <p:cNvPr id="13" name="Top bonus highlight 86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4379976"/>
            <a:ext cx="3642055" cy="868680"/>
          </a:xfrm>
          <a:prstGeom prst="rect">
            <a:avLst/>
          </a:prstGeom>
        </p:spPr>
      </p:pic>
      <p:sp>
        <p:nvSpPr>
          <p:cNvPr id="14" name="Bonus amount 87"/>
          <p:cNvSpPr txBox="1"/>
          <p:nvPr/>
        </p:nvSpPr>
        <p:spPr>
          <a:xfrm>
            <a:off x="8001000" y="4517136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$5,000</a:t>
            </a:r>
            <a:endParaRPr lang="en-US" sz="3000" dirty="0"/>
          </a:p>
        </p:txBody>
      </p:sp>
      <p:sp>
        <p:nvSpPr>
          <p:cNvPr id="15" name="Bonus label 88"/>
          <p:cNvSpPr txBox="1"/>
          <p:nvPr/>
        </p:nvSpPr>
        <p:spPr>
          <a:xfrm>
            <a:off x="9921240" y="4517136"/>
            <a:ext cx="15389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 invitados inscritos</a:t>
            </a:r>
            <a:endParaRPr lang="en-US" sz="1400" dirty="0"/>
          </a:p>
        </p:txBody>
      </p:sp>
      <p:pic>
        <p:nvPicPr>
          <p:cNvPr id="16" name="Bonus note card 89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" y="5705856"/>
            <a:ext cx="11204143" cy="603504"/>
          </a:xfrm>
          <a:prstGeom prst="rect">
            <a:avLst/>
          </a:prstGeom>
        </p:spPr>
      </p:pic>
      <p:sp>
        <p:nvSpPr>
          <p:cNvPr id="17" name="Bonus note outline 90"/>
          <p:cNvSpPr/>
          <p:nvPr/>
        </p:nvSpPr>
        <p:spPr>
          <a:xfrm>
            <a:off x="438912" y="5705856"/>
            <a:ext cx="11204143" cy="603504"/>
          </a:xfrm>
          <a:prstGeom prst="roundRect">
            <a:avLst>
              <a:gd name="adj" fmla="val 21212"/>
            </a:avLst>
          </a:prstGeom>
          <a:ln w="19050">
            <a:solidFill>
              <a:schemeClr val="accent2"/>
            </a:solidFill>
            <a:prstDash val="solid"/>
          </a:ln>
        </p:spPr>
      </p:sp>
      <p:pic>
        <p:nvPicPr>
          <p:cNvPr id="18" name="Icon FaCircleInfo 91" descr="CircleInf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504" y="5815584"/>
            <a:ext cx="384048" cy="384048"/>
          </a:xfrm>
          <a:prstGeom prst="rect">
            <a:avLst/>
          </a:prstGeom>
        </p:spPr>
      </p:pic>
      <p:sp>
        <p:nvSpPr>
          <p:cNvPr id="19" name="Bonus note 92"/>
          <p:cNvSpPr txBox="1"/>
          <p:nvPr/>
        </p:nvSpPr>
        <p:spPr>
          <a:xfrm>
            <a:off x="1152144" y="5742432"/>
            <a:ext cx="1030803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bono se aplica una vez que el referido se encuentra inscrito y salvo a las políticas vigentes de la universidad. No es acumulativo y solo es válido dentro del mes.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419088"/>
            <a:ext cx="41148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7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548640" y="621792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recorrido del embajador</a:t>
            </a:r>
            <a:endParaRPr lang="en-US" sz="3400" dirty="0"/>
          </a:p>
        </p:txBody>
      </p:sp>
      <p:sp>
        <p:nvSpPr>
          <p:cNvPr id="3" name="Subtitle 93"/>
          <p:cNvSpPr txBox="1"/>
          <p:nvPr/>
        </p:nvSpPr>
        <p:spPr>
          <a:xfrm>
            <a:off x="548640" y="137160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verdadero valor del programa es el siguiente recorrido:</a:t>
            </a:r>
            <a:endParaRPr lang="en-US" sz="1700" dirty="0"/>
          </a:p>
        </p:txBody>
      </p:sp>
      <p:sp>
        <p:nvSpPr>
          <p:cNvPr id="4" name="Journey connector 94"/>
          <p:cNvSpPr/>
          <p:nvPr/>
        </p:nvSpPr>
        <p:spPr>
          <a:xfrm>
            <a:off x="1234440" y="3246120"/>
            <a:ext cx="1645920" cy="1645920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5" name="Journey connector 95"/>
          <p:cNvSpPr/>
          <p:nvPr/>
        </p:nvSpPr>
        <p:spPr>
          <a:xfrm flipV="1">
            <a:off x="2880360" y="3246120"/>
            <a:ext cx="1645920" cy="1645920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6" name="Journey connector 96"/>
          <p:cNvSpPr/>
          <p:nvPr/>
        </p:nvSpPr>
        <p:spPr>
          <a:xfrm>
            <a:off x="4526280" y="3246120"/>
            <a:ext cx="1645920" cy="1645920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7" name="Journey connector 97"/>
          <p:cNvSpPr/>
          <p:nvPr/>
        </p:nvSpPr>
        <p:spPr>
          <a:xfrm flipV="1">
            <a:off x="6172200" y="3246120"/>
            <a:ext cx="1645920" cy="1645920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8" name="Journey connector 98"/>
          <p:cNvSpPr/>
          <p:nvPr/>
        </p:nvSpPr>
        <p:spPr>
          <a:xfrm>
            <a:off x="7818120" y="3246120"/>
            <a:ext cx="1645920" cy="1645920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9" name="Journey connector 99"/>
          <p:cNvSpPr/>
          <p:nvPr/>
        </p:nvSpPr>
        <p:spPr>
          <a:xfrm flipV="1">
            <a:off x="9464040" y="3246120"/>
            <a:ext cx="1645920" cy="1645920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10" name="Journey halo 100"/>
          <p:cNvSpPr/>
          <p:nvPr/>
        </p:nvSpPr>
        <p:spPr>
          <a:xfrm>
            <a:off x="484632" y="2496312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11" name="Icon FaUserGraduate 101" descr="UserGradu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606040"/>
            <a:ext cx="1280160" cy="1280160"/>
          </a:xfrm>
          <a:prstGeom prst="rect">
            <a:avLst/>
          </a:prstGeom>
        </p:spPr>
      </p:pic>
      <p:sp>
        <p:nvSpPr>
          <p:cNvPr id="12" name="Journey label 102"/>
          <p:cNvSpPr txBox="1"/>
          <p:nvPr/>
        </p:nvSpPr>
        <p:spPr>
          <a:xfrm>
            <a:off x="320040" y="2103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Alumno</a:t>
            </a:r>
            <a:endParaRPr lang="en-US" sz="1500" dirty="0"/>
          </a:p>
        </p:txBody>
      </p:sp>
      <p:sp>
        <p:nvSpPr>
          <p:cNvPr id="13" name="Journey step 103"/>
          <p:cNvSpPr txBox="1"/>
          <p:nvPr/>
        </p:nvSpPr>
        <p:spPr>
          <a:xfrm>
            <a:off x="1545336" y="3593592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Journey halo 104"/>
          <p:cNvSpPr/>
          <p:nvPr/>
        </p:nvSpPr>
        <p:spPr>
          <a:xfrm>
            <a:off x="2130552" y="4142232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15" name="Icon FaShareNodes 105" descr="ShareNod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0280" y="4251960"/>
            <a:ext cx="1280160" cy="1280160"/>
          </a:xfrm>
          <a:prstGeom prst="rect">
            <a:avLst/>
          </a:prstGeom>
        </p:spPr>
      </p:pic>
      <p:sp>
        <p:nvSpPr>
          <p:cNvPr id="16" name="Journey label 106"/>
          <p:cNvSpPr txBox="1"/>
          <p:nvPr/>
        </p:nvSpPr>
        <p:spPr>
          <a:xfrm>
            <a:off x="1965960" y="569671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Comparte</a:t>
            </a:r>
            <a:endParaRPr lang="en-US" sz="1500" dirty="0"/>
          </a:p>
        </p:txBody>
      </p:sp>
      <p:sp>
        <p:nvSpPr>
          <p:cNvPr id="17" name="Journey step 107"/>
          <p:cNvSpPr txBox="1"/>
          <p:nvPr/>
        </p:nvSpPr>
        <p:spPr>
          <a:xfrm>
            <a:off x="3191256" y="41605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Journey halo 108"/>
          <p:cNvSpPr/>
          <p:nvPr/>
        </p:nvSpPr>
        <p:spPr>
          <a:xfrm>
            <a:off x="3776472" y="2496312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19" name="Icon FaUsers 109" descr="Us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2606040"/>
            <a:ext cx="1280160" cy="1280160"/>
          </a:xfrm>
          <a:prstGeom prst="rect">
            <a:avLst/>
          </a:prstGeom>
        </p:spPr>
      </p:pic>
      <p:sp>
        <p:nvSpPr>
          <p:cNvPr id="20" name="Journey label 110"/>
          <p:cNvSpPr txBox="1"/>
          <p:nvPr/>
        </p:nvSpPr>
        <p:spPr>
          <a:xfrm>
            <a:off x="3611880" y="2103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Prospectos</a:t>
            </a:r>
            <a:endParaRPr lang="en-US" sz="1500" dirty="0"/>
          </a:p>
        </p:txBody>
      </p:sp>
      <p:sp>
        <p:nvSpPr>
          <p:cNvPr id="21" name="Journey step 111"/>
          <p:cNvSpPr txBox="1"/>
          <p:nvPr/>
        </p:nvSpPr>
        <p:spPr>
          <a:xfrm>
            <a:off x="4837176" y="3593592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Journey halo 112"/>
          <p:cNvSpPr/>
          <p:nvPr/>
        </p:nvSpPr>
        <p:spPr>
          <a:xfrm>
            <a:off x="5422392" y="4142232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23" name="Icon FaCalendarDays 113" descr="CalendarDay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0" y="4251960"/>
            <a:ext cx="1280160" cy="1280160"/>
          </a:xfrm>
          <a:prstGeom prst="rect">
            <a:avLst/>
          </a:prstGeom>
        </p:spPr>
      </p:pic>
      <p:sp>
        <p:nvSpPr>
          <p:cNvPr id="24" name="Journey label 114"/>
          <p:cNvSpPr txBox="1"/>
          <p:nvPr/>
        </p:nvSpPr>
        <p:spPr>
          <a:xfrm>
            <a:off x="5257800" y="569671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Eventos</a:t>
            </a:r>
            <a:endParaRPr lang="en-US" sz="1500" dirty="0"/>
          </a:p>
        </p:txBody>
      </p:sp>
      <p:sp>
        <p:nvSpPr>
          <p:cNvPr id="25" name="Journey step 115"/>
          <p:cNvSpPr txBox="1"/>
          <p:nvPr/>
        </p:nvSpPr>
        <p:spPr>
          <a:xfrm>
            <a:off x="6483096" y="41605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Journey halo 116"/>
          <p:cNvSpPr/>
          <p:nvPr/>
        </p:nvSpPr>
        <p:spPr>
          <a:xfrm>
            <a:off x="7068312" y="2496312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27" name="Icon FaUserTie 117" descr="UserTi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8040" y="2606040"/>
            <a:ext cx="1280160" cy="1280160"/>
          </a:xfrm>
          <a:prstGeom prst="rect">
            <a:avLst/>
          </a:prstGeom>
        </p:spPr>
      </p:pic>
      <p:sp>
        <p:nvSpPr>
          <p:cNvPr id="28" name="Journey label 118"/>
          <p:cNvSpPr txBox="1"/>
          <p:nvPr/>
        </p:nvSpPr>
        <p:spPr>
          <a:xfrm>
            <a:off x="6903720" y="2103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Asesor</a:t>
            </a:r>
            <a:endParaRPr lang="en-US" sz="1500" dirty="0"/>
          </a:p>
        </p:txBody>
      </p:sp>
      <p:sp>
        <p:nvSpPr>
          <p:cNvPr id="29" name="Journey step 119"/>
          <p:cNvSpPr txBox="1"/>
          <p:nvPr/>
        </p:nvSpPr>
        <p:spPr>
          <a:xfrm>
            <a:off x="8129016" y="3593592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Journey halo 120"/>
          <p:cNvSpPr/>
          <p:nvPr/>
        </p:nvSpPr>
        <p:spPr>
          <a:xfrm>
            <a:off x="8714232" y="4142232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31" name="Icon FaFileSignature 121" descr="FileSignatur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3960" y="4251960"/>
            <a:ext cx="1280160" cy="1280160"/>
          </a:xfrm>
          <a:prstGeom prst="rect">
            <a:avLst/>
          </a:prstGeom>
        </p:spPr>
      </p:pic>
      <p:sp>
        <p:nvSpPr>
          <p:cNvPr id="32" name="Journey label 122"/>
          <p:cNvSpPr txBox="1"/>
          <p:nvPr/>
        </p:nvSpPr>
        <p:spPr>
          <a:xfrm>
            <a:off x="8549640" y="569671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Inscripción</a:t>
            </a:r>
            <a:endParaRPr lang="en-US" sz="1500" dirty="0"/>
          </a:p>
        </p:txBody>
      </p:sp>
      <p:sp>
        <p:nvSpPr>
          <p:cNvPr id="33" name="Journey step 123"/>
          <p:cNvSpPr txBox="1"/>
          <p:nvPr/>
        </p:nvSpPr>
        <p:spPr>
          <a:xfrm>
            <a:off x="9774936" y="41605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1200" dirty="0"/>
          </a:p>
        </p:txBody>
      </p:sp>
      <p:sp>
        <p:nvSpPr>
          <p:cNvPr id="34" name="Journey halo 124"/>
          <p:cNvSpPr/>
          <p:nvPr/>
        </p:nvSpPr>
        <p:spPr>
          <a:xfrm>
            <a:off x="10360152" y="2496312"/>
            <a:ext cx="1499616" cy="1499616"/>
          </a:xfrm>
          <a:prstGeom prst="ellipse">
            <a:avLst/>
          </a:prstGeom>
          <a:solidFill>
            <a:schemeClr val="accent2">
              <a:alpha val="15000"/>
            </a:schemeClr>
          </a:solidFill>
          <a:ln/>
        </p:spPr>
      </p:sp>
      <p:pic>
        <p:nvPicPr>
          <p:cNvPr id="35" name="Icon FaTrophy 125" descr="Troph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9880" y="2606040"/>
            <a:ext cx="1280160" cy="1280160"/>
          </a:xfrm>
          <a:prstGeom prst="rect">
            <a:avLst/>
          </a:prstGeom>
        </p:spPr>
      </p:pic>
      <p:sp>
        <p:nvSpPr>
          <p:cNvPr id="36" name="Journey label 126"/>
          <p:cNvSpPr txBox="1"/>
          <p:nvPr/>
        </p:nvSpPr>
        <p:spPr>
          <a:xfrm>
            <a:off x="10195560" y="2103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Recompensa</a:t>
            </a:r>
            <a:endParaRPr lang="en-US" sz="1500" dirty="0"/>
          </a:p>
        </p:txBody>
      </p:sp>
      <p:sp>
        <p:nvSpPr>
          <p:cNvPr id="37" name="Journey step 127"/>
          <p:cNvSpPr txBox="1"/>
          <p:nvPr/>
        </p:nvSpPr>
        <p:spPr>
          <a:xfrm>
            <a:off x="11420856" y="3593592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419088"/>
            <a:ext cx="41148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6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1" dur="6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6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42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6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6" dur="6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6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42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6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1" dur="6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2" dur="6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42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6" dur="65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7" dur="65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42" presetClass="entr" presetSubtype="0" fill="hold" grpId="0" nodeType="withEffect">
                                  <p:stCondLst>
                                    <p:cond delay="198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42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6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6" dur="65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7" dur="65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8" presetID="42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6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1" dur="65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2" dur="65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3" presetID="42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6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6" dur="65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7" dur="65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8" presetID="42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6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1" dur="65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2" dur="65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  <p:bldP spid="13" grpId="0" animBg="1"/>
      <p:bldP spid="4" grpId="0" animBg="1"/>
      <p:bldP spid="14" grpId="0" animBg="1"/>
      <p:bldP spid="16" grpId="0" animBg="1"/>
      <p:bldP spid="17" grpId="0" animBg="1"/>
      <p:bldP spid="5" grpId="0" animBg="1"/>
      <p:bldP spid="18" grpId="0" animBg="1"/>
      <p:bldP spid="20" grpId="0" animBg="1"/>
      <p:bldP spid="21" grpId="0" animBg="1"/>
      <p:bldP spid="6" grpId="0" animBg="1"/>
      <p:bldP spid="22" grpId="0" animBg="1"/>
      <p:bldP spid="24" grpId="0" animBg="1"/>
      <p:bldP spid="25" grpId="0" animBg="1"/>
      <p:bldP spid="7" grpId="0" animBg="1"/>
      <p:bldP spid="26" grpId="0" animBg="1"/>
      <p:bldP spid="28" grpId="0" animBg="1"/>
      <p:bldP spid="29" grpId="0" animBg="1"/>
      <p:bldP spid="8" grpId="0" animBg="1"/>
      <p:bldP spid="30" grpId="0" animBg="1"/>
      <p:bldP spid="32" grpId="0" animBg="1"/>
      <p:bldP spid="33" grpId="0" animBg="1"/>
      <p:bldP spid="9" grpId="0" animBg="1"/>
      <p:bldP spid="34" grpId="0" animBg="1"/>
      <p:bldP spid="36" grpId="0" animBg="1"/>
      <p:bldP spid="3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ection background 128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 Westhill 12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2103120" cy="845028"/>
          </a:xfrm>
          <a:prstGeom prst="rect">
            <a:avLst/>
          </a:prstGeom>
        </p:spPr>
      </p:pic>
      <p:sp>
        <p:nvSpPr>
          <p:cNvPr id="4" name="Section number 130"/>
          <p:cNvSpPr txBox="1"/>
          <p:nvPr/>
        </p:nvSpPr>
        <p:spPr>
          <a:xfrm>
            <a:off x="502920" y="196596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03</a:t>
            </a:r>
            <a:endParaRPr lang="en-US" sz="14000" dirty="0"/>
          </a:p>
        </p:txBody>
      </p:sp>
      <p:sp>
        <p:nvSpPr>
          <p:cNvPr id="5" name="Section kicker 131"/>
          <p:cNvSpPr txBox="1"/>
          <p:nvPr/>
        </p:nvSpPr>
        <p:spPr>
          <a:xfrm>
            <a:off x="548640" y="3840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SECCIÓN</a:t>
            </a:r>
            <a:endParaRPr lang="en-US" sz="1400" dirty="0"/>
          </a:p>
        </p:txBody>
      </p:sp>
      <p:sp>
        <p:nvSpPr>
          <p:cNvPr id="6" name="Section title 132"/>
          <p:cNvSpPr txBox="1"/>
          <p:nvPr/>
        </p:nvSpPr>
        <p:spPr>
          <a:xfrm>
            <a:off x="548640" y="42062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Niveles y beneficios</a:t>
            </a: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419088"/>
            <a:ext cx="41148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548640" y="621792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Niveles de embajador</a:t>
            </a:r>
            <a:endParaRPr lang="en-US" sz="3400" dirty="0"/>
          </a:p>
        </p:txBody>
      </p:sp>
      <p:pic>
        <p:nvPicPr>
          <p:cNvPr id="3" name="Level card 13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017520"/>
            <a:ext cx="3511296" cy="30632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4" name="Icon FaSeedling 134" descr="Seedl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291840"/>
            <a:ext cx="685800" cy="685800"/>
          </a:xfrm>
          <a:prstGeom prst="rect">
            <a:avLst/>
          </a:prstGeom>
        </p:spPr>
      </p:pic>
      <p:sp>
        <p:nvSpPr>
          <p:cNvPr id="5" name="Level points 135"/>
          <p:cNvSpPr txBox="1"/>
          <p:nvPr/>
        </p:nvSpPr>
        <p:spPr>
          <a:xfrm>
            <a:off x="1600200" y="3273552"/>
            <a:ext cx="22311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puntos</a:t>
            </a:r>
            <a:endParaRPr lang="en-US" sz="3400" dirty="0"/>
          </a:p>
        </p:txBody>
      </p:sp>
      <p:sp>
        <p:nvSpPr>
          <p:cNvPr id="6" name="Level name 136"/>
          <p:cNvSpPr txBox="1"/>
          <p:nvPr/>
        </p:nvSpPr>
        <p:spPr>
          <a:xfrm>
            <a:off x="822960" y="4114800"/>
            <a:ext cx="29626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  <a:p>
            <a:pPr indent="0" marL="0">
              <a:buNone/>
            </a:pPr>
            <a:r>
              <a:rPr lang="en-US" sz="2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JUNIOR</a:t>
            </a:r>
            <a:endParaRPr lang="en-US" sz="1100" dirty="0"/>
          </a:p>
        </p:txBody>
      </p:sp>
      <p:sp>
        <p:nvSpPr>
          <p:cNvPr id="7" name="Level items 137"/>
          <p:cNvSpPr txBox="1"/>
          <p:nvPr/>
        </p:nvSpPr>
        <p:spPr>
          <a:xfrm>
            <a:off x="822960" y="4983480"/>
            <a:ext cx="30540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Credencial digital.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Acceso a actividades especiales.</a:t>
            </a:r>
            <a:endParaRPr lang="en-US" sz="1350" dirty="0"/>
          </a:p>
        </p:txBody>
      </p:sp>
      <p:pic>
        <p:nvPicPr>
          <p:cNvPr id="8" name="Level card 13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1688" y="2286000"/>
            <a:ext cx="3511296" cy="379476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9" name="Icon FaMedal 139" descr="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6008" y="2560320"/>
            <a:ext cx="685800" cy="685800"/>
          </a:xfrm>
          <a:prstGeom prst="rect">
            <a:avLst/>
          </a:prstGeom>
        </p:spPr>
      </p:pic>
      <p:sp>
        <p:nvSpPr>
          <p:cNvPr id="10" name="Level points 140"/>
          <p:cNvSpPr txBox="1"/>
          <p:nvPr/>
        </p:nvSpPr>
        <p:spPr>
          <a:xfrm>
            <a:off x="5413248" y="2542032"/>
            <a:ext cx="22311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250</a:t>
            </a:r>
            <a:pPr algn="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puntos</a:t>
            </a:r>
            <a:endParaRPr lang="en-US" sz="3400" dirty="0"/>
          </a:p>
        </p:txBody>
      </p:sp>
      <p:sp>
        <p:nvSpPr>
          <p:cNvPr id="11" name="Level name 141"/>
          <p:cNvSpPr txBox="1"/>
          <p:nvPr/>
        </p:nvSpPr>
        <p:spPr>
          <a:xfrm>
            <a:off x="4636008" y="3383280"/>
            <a:ext cx="29626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bg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  <a:p>
            <a:pPr indent="0" marL="0">
              <a:buNone/>
            </a:pPr>
            <a:r>
              <a:rPr lang="en-US" sz="25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PLUS</a:t>
            </a:r>
            <a:endParaRPr lang="en-US" sz="1100" dirty="0"/>
          </a:p>
        </p:txBody>
      </p:sp>
      <p:sp>
        <p:nvSpPr>
          <p:cNvPr id="12" name="Level items 142"/>
          <p:cNvSpPr txBox="1"/>
          <p:nvPr/>
        </p:nvSpPr>
        <p:spPr>
          <a:xfrm>
            <a:off x="4636008" y="4251960"/>
            <a:ext cx="305409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Todo lo anterior.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Acceso a actividades especiales.</a:t>
            </a:r>
            <a:endParaRPr lang="en-US" sz="1350" dirty="0"/>
          </a:p>
        </p:txBody>
      </p:sp>
      <p:pic>
        <p:nvPicPr>
          <p:cNvPr id="13" name="Level card 14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4736" y="1554480"/>
            <a:ext cx="3511296" cy="452628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4" name="Icon FaCrown 144" descr="Crow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9056" y="1828800"/>
            <a:ext cx="685800" cy="685800"/>
          </a:xfrm>
          <a:prstGeom prst="rect">
            <a:avLst/>
          </a:prstGeom>
        </p:spPr>
      </p:pic>
      <p:sp>
        <p:nvSpPr>
          <p:cNvPr id="15" name="Level points 145"/>
          <p:cNvSpPr txBox="1"/>
          <p:nvPr/>
        </p:nvSpPr>
        <p:spPr>
          <a:xfrm>
            <a:off x="9226296" y="1810512"/>
            <a:ext cx="22311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500</a:t>
            </a:r>
            <a:pPr algn="r"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puntos</a:t>
            </a:r>
            <a:endParaRPr lang="en-US" sz="3400" dirty="0"/>
          </a:p>
        </p:txBody>
      </p:sp>
      <p:sp>
        <p:nvSpPr>
          <p:cNvPr id="16" name="Level name 146"/>
          <p:cNvSpPr txBox="1"/>
          <p:nvPr/>
        </p:nvSpPr>
        <p:spPr>
          <a:xfrm>
            <a:off x="8449056" y="2651760"/>
            <a:ext cx="29626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  <a:p>
            <a:pPr indent="0" marL="0">
              <a:buNone/>
            </a:pPr>
            <a:r>
              <a:rPr lang="en-US" sz="25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ÉLITE</a:t>
            </a:r>
            <a:endParaRPr lang="en-US" sz="1100" dirty="0"/>
          </a:p>
        </p:txBody>
      </p:sp>
      <p:sp>
        <p:nvSpPr>
          <p:cNvPr id="17" name="Level items 147"/>
          <p:cNvSpPr txBox="1"/>
          <p:nvPr/>
        </p:nvSpPr>
        <p:spPr>
          <a:xfrm>
            <a:off x="8449056" y="3520440"/>
            <a:ext cx="305409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Todo lo anterior.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Experiencias especiales con autoridades.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Participación en campañas institucionales.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 como embajador del semestre.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419088"/>
            <a:ext cx="41148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10" grpId="0" animBg="1"/>
      <p:bldP spid="11" grpId="0" animBg="1"/>
      <p:bldP spid="12" grpId="0" animBg="1"/>
      <p:bldP spid="15" grpId="0" animBg="1"/>
      <p:bldP spid="16" grpId="0" animBg="1"/>
      <p:bldP spid="1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548640" y="621792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Kit del embajador</a:t>
            </a:r>
            <a:endParaRPr lang="en-US" sz="3400" dirty="0"/>
          </a:p>
        </p:txBody>
      </p:sp>
      <p:sp>
        <p:nvSpPr>
          <p:cNvPr id="3" name="Subtitle 148"/>
          <p:cNvSpPr txBox="1"/>
          <p:nvPr/>
        </p:nvSpPr>
        <p:spPr>
          <a:xfrm>
            <a:off x="548640" y="137160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 damos todas las herramientas para compartir Westhill de forma fácil y auténtica</a:t>
            </a:r>
            <a:endParaRPr lang="en-US" sz="1700" dirty="0"/>
          </a:p>
        </p:txBody>
      </p:sp>
      <p:pic>
        <p:nvPicPr>
          <p:cNvPr id="4" name="Kit tile 14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03120"/>
            <a:ext cx="2606040" cy="19202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5" name="Watermark FaQrcode 15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2286000"/>
            <a:ext cx="868680" cy="868680"/>
          </a:xfrm>
          <a:prstGeom prst="rect">
            <a:avLst/>
          </a:prstGeom>
        </p:spPr>
      </p:pic>
      <p:pic>
        <p:nvPicPr>
          <p:cNvPr id="6" name="Icon FaQrcode 151" descr="Qrc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377440"/>
            <a:ext cx="713232" cy="713232"/>
          </a:xfrm>
          <a:prstGeom prst="rect">
            <a:avLst/>
          </a:prstGeom>
        </p:spPr>
      </p:pic>
      <p:sp>
        <p:nvSpPr>
          <p:cNvPr id="7" name="Kit label 152"/>
          <p:cNvSpPr txBox="1"/>
          <p:nvPr/>
        </p:nvSpPr>
        <p:spPr>
          <a:xfrm>
            <a:off x="822960" y="3246120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Código QR personalizado.</a:t>
            </a:r>
            <a:endParaRPr lang="en-US" sz="1500" dirty="0"/>
          </a:p>
        </p:txBody>
      </p:sp>
      <p:pic>
        <p:nvPicPr>
          <p:cNvPr id="8" name="Kit tile 15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1568" y="2103120"/>
            <a:ext cx="2606040" cy="19202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9" name="Icon FaWhatsapp 154" descr="Whatsap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5888" y="2377440"/>
            <a:ext cx="713232" cy="713232"/>
          </a:xfrm>
          <a:prstGeom prst="rect">
            <a:avLst/>
          </a:prstGeom>
        </p:spPr>
      </p:pic>
      <p:sp>
        <p:nvSpPr>
          <p:cNvPr id="10" name="Kit label 155"/>
          <p:cNvSpPr txBox="1"/>
          <p:nvPr/>
        </p:nvSpPr>
        <p:spPr>
          <a:xfrm>
            <a:off x="3675888" y="3246120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Imágenes para WhatsApp</a:t>
            </a:r>
            <a:endParaRPr lang="en-US" sz="1500" dirty="0"/>
          </a:p>
        </p:txBody>
      </p:sp>
      <p:pic>
        <p:nvPicPr>
          <p:cNvPr id="11" name="Kit tile 15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4496" y="2103120"/>
            <a:ext cx="2606040" cy="19202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2" name="Icon FaInstagram 157" descr="Instagram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8816" y="2377440"/>
            <a:ext cx="713232" cy="713232"/>
          </a:xfrm>
          <a:prstGeom prst="rect">
            <a:avLst/>
          </a:prstGeom>
        </p:spPr>
      </p:pic>
      <p:sp>
        <p:nvSpPr>
          <p:cNvPr id="13" name="Kit label 158"/>
          <p:cNvSpPr txBox="1"/>
          <p:nvPr/>
        </p:nvSpPr>
        <p:spPr>
          <a:xfrm>
            <a:off x="6528816" y="3246120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Historias de Instagram</a:t>
            </a:r>
            <a:endParaRPr lang="en-US" sz="1500" dirty="0"/>
          </a:p>
        </p:txBody>
      </p:sp>
      <p:pic>
        <p:nvPicPr>
          <p:cNvPr id="14" name="Kit tile 159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07424" y="2103120"/>
            <a:ext cx="2606040" cy="19202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5" name="Icon FaVideo 160" descr="Video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81744" y="2377440"/>
            <a:ext cx="713232" cy="713232"/>
          </a:xfrm>
          <a:prstGeom prst="rect">
            <a:avLst/>
          </a:prstGeom>
        </p:spPr>
      </p:pic>
      <p:sp>
        <p:nvSpPr>
          <p:cNvPr id="16" name="Kit label 161"/>
          <p:cNvSpPr txBox="1"/>
          <p:nvPr/>
        </p:nvSpPr>
        <p:spPr>
          <a:xfrm>
            <a:off x="9381744" y="3246120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Videos cortos</a:t>
            </a:r>
            <a:endParaRPr lang="en-US" sz="1500" dirty="0"/>
          </a:p>
        </p:txBody>
      </p:sp>
      <p:pic>
        <p:nvPicPr>
          <p:cNvPr id="17" name="Kit tile 162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4270248"/>
            <a:ext cx="2606040" cy="19202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8" name="Icon FaEnvelopeOpenText 163" descr="EnvelopeOpenText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2960" y="4544568"/>
            <a:ext cx="713232" cy="713232"/>
          </a:xfrm>
          <a:prstGeom prst="rect">
            <a:avLst/>
          </a:prstGeom>
        </p:spPr>
      </p:pic>
      <p:sp>
        <p:nvSpPr>
          <p:cNvPr id="19" name="Kit label 164"/>
          <p:cNvSpPr txBox="1"/>
          <p:nvPr/>
        </p:nvSpPr>
        <p:spPr>
          <a:xfrm>
            <a:off x="822960" y="5413248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Invitaciones a eventos</a:t>
            </a:r>
            <a:endParaRPr lang="en-US" sz="1500" dirty="0"/>
          </a:p>
        </p:txBody>
      </p:sp>
      <p:pic>
        <p:nvPicPr>
          <p:cNvPr id="20" name="Kit tile 165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01568" y="4270248"/>
            <a:ext cx="2606040" cy="19202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1" name="Icon FaBookOpen 166" descr="BookOpen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675888" y="4544568"/>
            <a:ext cx="713232" cy="713232"/>
          </a:xfrm>
          <a:prstGeom prst="rect">
            <a:avLst/>
          </a:prstGeom>
        </p:spPr>
      </p:pic>
      <p:sp>
        <p:nvSpPr>
          <p:cNvPr id="22" name="Kit label 167"/>
          <p:cNvSpPr txBox="1"/>
          <p:nvPr/>
        </p:nvSpPr>
        <p:spPr>
          <a:xfrm>
            <a:off x="3675888" y="5413248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Información de las licenciaturas</a:t>
            </a:r>
            <a:endParaRPr lang="en-US" sz="1500" dirty="0"/>
          </a:p>
        </p:txBody>
      </p:sp>
      <p:pic>
        <p:nvPicPr>
          <p:cNvPr id="23" name="Kit tile 168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54496" y="4270248"/>
            <a:ext cx="2606040" cy="19202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4" name="Icon FaCommentDots 169" descr="CommentDots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28816" y="4544568"/>
            <a:ext cx="713232" cy="713232"/>
          </a:xfrm>
          <a:prstGeom prst="rect">
            <a:avLst/>
          </a:prstGeom>
        </p:spPr>
      </p:pic>
      <p:sp>
        <p:nvSpPr>
          <p:cNvPr id="25" name="Kit label 170"/>
          <p:cNvSpPr txBox="1"/>
          <p:nvPr/>
        </p:nvSpPr>
        <p:spPr>
          <a:xfrm>
            <a:off x="6528816" y="5413248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Mensajes sugeridos</a:t>
            </a:r>
            <a:endParaRPr lang="en-US" sz="1500" dirty="0"/>
          </a:p>
        </p:txBody>
      </p:sp>
      <p:pic>
        <p:nvPicPr>
          <p:cNvPr id="26" name="Kit tile 171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107424" y="4270248"/>
            <a:ext cx="2606040" cy="19202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7" name="Icon FaCalendarDays 172" descr="CalendarDays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381744" y="4544568"/>
            <a:ext cx="713232" cy="713232"/>
          </a:xfrm>
          <a:prstGeom prst="rect">
            <a:avLst/>
          </a:prstGeom>
        </p:spPr>
      </p:pic>
      <p:sp>
        <p:nvSpPr>
          <p:cNvPr id="28" name="Kit label 173"/>
          <p:cNvSpPr txBox="1"/>
          <p:nvPr/>
        </p:nvSpPr>
        <p:spPr>
          <a:xfrm>
            <a:off x="9381744" y="5413248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Calendarios de eventos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419088"/>
            <a:ext cx="41148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6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7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 animBg="1"/>
      <p:bldP spid="13" grpId="0" animBg="1"/>
      <p:bldP spid="16" grpId="0" animBg="1"/>
      <p:bldP spid="19" grpId="0" animBg="1"/>
      <p:bldP spid="22" grpId="0" animBg="1"/>
      <p:bldP spid="25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548640" y="621792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Reconocimientos</a:t>
            </a:r>
            <a:endParaRPr lang="en-US" sz="3400" dirty="0"/>
          </a:p>
        </p:txBody>
      </p:sp>
      <p:pic>
        <p:nvPicPr>
          <p:cNvPr id="3" name="Recognition card 17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396332" cy="448056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4" name="Icon FaStar 175" descr="St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011680"/>
            <a:ext cx="1051560" cy="1051560"/>
          </a:xfrm>
          <a:prstGeom prst="rect">
            <a:avLst/>
          </a:prstGeom>
        </p:spPr>
      </p:pic>
      <p:sp>
        <p:nvSpPr>
          <p:cNvPr id="5" name="Recognition title 176"/>
          <p:cNvSpPr txBox="1"/>
          <p:nvPr/>
        </p:nvSpPr>
        <p:spPr>
          <a:xfrm>
            <a:off x="2240280" y="2011680"/>
            <a:ext cx="33846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200" dirty="0"/>
          </a:p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DEL MES</a:t>
            </a:r>
            <a:endParaRPr lang="en-US" sz="1200" dirty="0"/>
          </a:p>
        </p:txBody>
      </p:sp>
      <p:pic>
        <p:nvPicPr>
          <p:cNvPr id="6" name="Icon FaBullhorn 177" descr="Bullhor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474720"/>
            <a:ext cx="548640" cy="548640"/>
          </a:xfrm>
          <a:prstGeom prst="rect">
            <a:avLst/>
          </a:prstGeom>
        </p:spPr>
      </p:pic>
      <p:sp>
        <p:nvSpPr>
          <p:cNvPr id="7" name="Recognition item 178"/>
          <p:cNvSpPr txBox="1"/>
          <p:nvPr/>
        </p:nvSpPr>
        <p:spPr>
          <a:xfrm>
            <a:off x="1691640" y="3429000"/>
            <a:ext cx="39332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 en redes institucionales.</a:t>
            </a:r>
            <a:endParaRPr lang="en-US" sz="1500" dirty="0"/>
          </a:p>
        </p:txBody>
      </p:sp>
      <p:pic>
        <p:nvPicPr>
          <p:cNvPr id="8" name="Icon FaInstagram 179" descr="Instagra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297680"/>
            <a:ext cx="548640" cy="548640"/>
          </a:xfrm>
          <a:prstGeom prst="rect">
            <a:avLst/>
          </a:prstGeom>
        </p:spPr>
      </p:pic>
      <p:sp>
        <p:nvSpPr>
          <p:cNvPr id="9" name="Recognition item 180"/>
          <p:cNvSpPr txBox="1"/>
          <p:nvPr/>
        </p:nvSpPr>
        <p:spPr>
          <a:xfrm>
            <a:off x="1691640" y="4251960"/>
            <a:ext cx="39332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Historias destacadas en Instagram.</a:t>
            </a:r>
            <a:endParaRPr lang="en-US" sz="1500" dirty="0"/>
          </a:p>
        </p:txBody>
      </p:sp>
      <p:pic>
        <p:nvPicPr>
          <p:cNvPr id="10" name="Icon FaMugHot 181" descr="MugHo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5120640"/>
            <a:ext cx="548640" cy="548640"/>
          </a:xfrm>
          <a:prstGeom prst="rect">
            <a:avLst/>
          </a:prstGeom>
        </p:spPr>
      </p:pic>
      <p:sp>
        <p:nvSpPr>
          <p:cNvPr id="11" name="Recognition item 182"/>
          <p:cNvSpPr txBox="1"/>
          <p:nvPr/>
        </p:nvSpPr>
        <p:spPr>
          <a:xfrm>
            <a:off x="1691640" y="5074920"/>
            <a:ext cx="39332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Regalo Especial. (Un desayuno de Starbucks).</a:t>
            </a:r>
            <a:endParaRPr lang="en-US" sz="1500" dirty="0"/>
          </a:p>
        </p:txBody>
      </p:sp>
      <p:pic>
        <p:nvPicPr>
          <p:cNvPr id="12" name="Recognition card 18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6724" y="1600200"/>
            <a:ext cx="5396332" cy="448056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3" name="Watermark FaTrophy 18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59975" y="4206240"/>
            <a:ext cx="1554480" cy="1554480"/>
          </a:xfrm>
          <a:prstGeom prst="rect">
            <a:avLst/>
          </a:prstGeom>
        </p:spPr>
      </p:pic>
      <p:pic>
        <p:nvPicPr>
          <p:cNvPr id="14" name="Icon FaTrophy 185" descr="Trophy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58204" y="2011680"/>
            <a:ext cx="1051560" cy="1051560"/>
          </a:xfrm>
          <a:prstGeom prst="rect">
            <a:avLst/>
          </a:prstGeom>
        </p:spPr>
      </p:pic>
      <p:sp>
        <p:nvSpPr>
          <p:cNvPr id="15" name="Recognition title 186"/>
          <p:cNvSpPr txBox="1"/>
          <p:nvPr/>
        </p:nvSpPr>
        <p:spPr>
          <a:xfrm>
            <a:off x="7938364" y="2011680"/>
            <a:ext cx="33846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200" dirty="0"/>
          </a:p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DEL SEMESTRE</a:t>
            </a:r>
            <a:endParaRPr lang="en-US" sz="1200" dirty="0"/>
          </a:p>
        </p:txBody>
      </p:sp>
      <p:pic>
        <p:nvPicPr>
          <p:cNvPr id="16" name="Icon FaBullhorn 187" descr="Bullhor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58204" y="3474720"/>
            <a:ext cx="548640" cy="548640"/>
          </a:xfrm>
          <a:prstGeom prst="rect">
            <a:avLst/>
          </a:prstGeom>
        </p:spPr>
      </p:pic>
      <p:sp>
        <p:nvSpPr>
          <p:cNvPr id="17" name="Recognition item 188"/>
          <p:cNvSpPr txBox="1"/>
          <p:nvPr/>
        </p:nvSpPr>
        <p:spPr>
          <a:xfrm>
            <a:off x="7389724" y="3429000"/>
            <a:ext cx="39332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 en redes institucionales.</a:t>
            </a:r>
            <a:endParaRPr lang="en-US" sz="1500" dirty="0"/>
          </a:p>
        </p:txBody>
      </p:sp>
      <p:pic>
        <p:nvPicPr>
          <p:cNvPr id="18" name="Icon FaStar 189" descr="Sta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58204" y="4297680"/>
            <a:ext cx="548640" cy="548640"/>
          </a:xfrm>
          <a:prstGeom prst="rect">
            <a:avLst/>
          </a:prstGeom>
        </p:spPr>
      </p:pic>
      <p:sp>
        <p:nvSpPr>
          <p:cNvPr id="19" name="Recognition item 190"/>
          <p:cNvSpPr txBox="1"/>
          <p:nvPr/>
        </p:nvSpPr>
        <p:spPr>
          <a:xfrm>
            <a:off x="7389724" y="4251960"/>
            <a:ext cx="39332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Experiencia especial.</a:t>
            </a:r>
            <a:endParaRPr lang="en-US" sz="1500" dirty="0"/>
          </a:p>
        </p:txBody>
      </p:sp>
      <p:pic>
        <p:nvPicPr>
          <p:cNvPr id="20" name="Icon FaNewspaper 191" descr="Newspaper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58204" y="5120640"/>
            <a:ext cx="548640" cy="548640"/>
          </a:xfrm>
          <a:prstGeom prst="rect">
            <a:avLst/>
          </a:prstGeom>
        </p:spPr>
      </p:pic>
      <p:sp>
        <p:nvSpPr>
          <p:cNvPr id="21" name="Recognition item 192"/>
          <p:cNvSpPr txBox="1"/>
          <p:nvPr/>
        </p:nvSpPr>
        <p:spPr>
          <a:xfrm>
            <a:off x="7389724" y="5074920"/>
            <a:ext cx="39332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Difusión en medios.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419088"/>
            <a:ext cx="41148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9" grpId="0" animBg="1"/>
      <p:bldP spid="11" grpId="0" animBg="1"/>
      <p:bldP spid="15" grpId="0" animBg="1"/>
      <p:bldP spid="17" grpId="0" animBg="1"/>
      <p:bldP spid="19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ection background 193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 Westhill 19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2103120" cy="845028"/>
          </a:xfrm>
          <a:prstGeom prst="rect">
            <a:avLst/>
          </a:prstGeom>
        </p:spPr>
      </p:pic>
      <p:sp>
        <p:nvSpPr>
          <p:cNvPr id="4" name="Section number 195"/>
          <p:cNvSpPr txBox="1"/>
          <p:nvPr/>
        </p:nvSpPr>
        <p:spPr>
          <a:xfrm>
            <a:off x="502920" y="196596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04</a:t>
            </a:r>
            <a:endParaRPr lang="en-US" sz="14000" dirty="0"/>
          </a:p>
        </p:txBody>
      </p:sp>
      <p:sp>
        <p:nvSpPr>
          <p:cNvPr id="5" name="Section kicker 196"/>
          <p:cNvSpPr txBox="1"/>
          <p:nvPr/>
        </p:nvSpPr>
        <p:spPr>
          <a:xfrm>
            <a:off x="548640" y="3840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SECCIÓN</a:t>
            </a:r>
            <a:endParaRPr lang="en-US" sz="1400" dirty="0"/>
          </a:p>
        </p:txBody>
      </p:sp>
      <p:sp>
        <p:nvSpPr>
          <p:cNvPr id="6" name="Section title 197"/>
          <p:cNvSpPr txBox="1"/>
          <p:nvPr/>
        </p:nvSpPr>
        <p:spPr>
          <a:xfrm>
            <a:off x="548640" y="42062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Iniciativas</a:t>
            </a: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419088"/>
            <a:ext cx="41148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ampus photo 198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05295" y="0"/>
            <a:ext cx="5486400" cy="6858000"/>
          </a:xfrm>
          <a:prstGeom prst="rect">
            <a:avLst/>
          </a:prstGeom>
        </p:spPr>
      </p:pic>
      <p:pic>
        <p:nvPicPr>
          <p:cNvPr id="3" name="Logo Westhill 19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39935" y="5519032"/>
            <a:ext cx="2194560" cy="881768"/>
          </a:xfrm>
          <a:prstGeom prst="rect">
            <a:avLst/>
          </a:prstGeom>
        </p:spPr>
      </p:pic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621792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Vive mi carrera</a:t>
            </a:r>
            <a:endParaRPr lang="en-US" sz="3400" dirty="0"/>
          </a:p>
        </p:txBody>
      </p:sp>
      <p:sp>
        <p:nvSpPr>
          <p:cNvPr id="5" name="Subtitle 200"/>
          <p:cNvSpPr txBox="1"/>
          <p:nvPr/>
        </p:nvSpPr>
        <p:spPr>
          <a:xfrm>
            <a:off x="548640" y="137160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Invita a un prospecto a vivir una experiencia real en tu carrera.</a:t>
            </a:r>
            <a:endParaRPr lang="en-US" sz="1700" dirty="0"/>
          </a:p>
        </p:txBody>
      </p:sp>
      <p:pic>
        <p:nvPicPr>
          <p:cNvPr id="6" name="Vive row 20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185416"/>
            <a:ext cx="5760720" cy="67665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7" name="Icon FaChalkboardUser 202" descr="ChalkboardUs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2258568"/>
            <a:ext cx="530352" cy="530352"/>
          </a:xfrm>
          <a:prstGeom prst="rect">
            <a:avLst/>
          </a:prstGeom>
        </p:spPr>
      </p:pic>
      <p:sp>
        <p:nvSpPr>
          <p:cNvPr id="8" name="Vive item 203"/>
          <p:cNvSpPr txBox="1"/>
          <p:nvPr/>
        </p:nvSpPr>
        <p:spPr>
          <a:xfrm>
            <a:off x="1325880" y="224028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Asiste a una clase.</a:t>
            </a:r>
            <a:endParaRPr lang="en-US" sz="1600" dirty="0"/>
          </a:p>
        </p:txBody>
      </p:sp>
      <p:pic>
        <p:nvPicPr>
          <p:cNvPr id="9" name="Vive row 20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2971800"/>
            <a:ext cx="5760720" cy="67665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0" name="Icon FaBuildingColumns 205" descr="BuildingColumn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" y="3044952"/>
            <a:ext cx="530352" cy="530352"/>
          </a:xfrm>
          <a:prstGeom prst="rect">
            <a:avLst/>
          </a:prstGeom>
        </p:spPr>
      </p:pic>
      <p:sp>
        <p:nvSpPr>
          <p:cNvPr id="11" name="Vive item 206"/>
          <p:cNvSpPr txBox="1"/>
          <p:nvPr/>
        </p:nvSpPr>
        <p:spPr>
          <a:xfrm>
            <a:off x="1325880" y="302666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Conoce profesores e instalaciones.</a:t>
            </a:r>
            <a:endParaRPr lang="en-US" sz="1600" dirty="0"/>
          </a:p>
        </p:txBody>
      </p:sp>
      <p:pic>
        <p:nvPicPr>
          <p:cNvPr id="12" name="Vive row 207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3758184"/>
            <a:ext cx="5760720" cy="67665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3" name="Icon FaComments 208" descr="Comments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" y="3831336"/>
            <a:ext cx="530352" cy="530352"/>
          </a:xfrm>
          <a:prstGeom prst="rect">
            <a:avLst/>
          </a:prstGeom>
        </p:spPr>
      </p:pic>
      <p:sp>
        <p:nvSpPr>
          <p:cNvPr id="14" name="Vive item 209"/>
          <p:cNvSpPr txBox="1"/>
          <p:nvPr/>
        </p:nvSpPr>
        <p:spPr>
          <a:xfrm>
            <a:off x="1325880" y="38130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Conversa con estudiantes.</a:t>
            </a:r>
            <a:endParaRPr lang="en-US" sz="1600" dirty="0"/>
          </a:p>
        </p:txBody>
      </p:sp>
      <p:pic>
        <p:nvPicPr>
          <p:cNvPr id="15" name="Vive row 210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4544568"/>
            <a:ext cx="5760720" cy="67665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6" name="Icon FaFlask 211" descr="Flask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1792" y="4617720"/>
            <a:ext cx="530352" cy="530352"/>
          </a:xfrm>
          <a:prstGeom prst="rect">
            <a:avLst/>
          </a:prstGeom>
        </p:spPr>
      </p:pic>
      <p:sp>
        <p:nvSpPr>
          <p:cNvPr id="17" name="Vive item 212"/>
          <p:cNvSpPr txBox="1"/>
          <p:nvPr/>
        </p:nvSpPr>
        <p:spPr>
          <a:xfrm>
            <a:off x="1325880" y="459943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Descubre laboratorios y actividades.</a:t>
            </a:r>
            <a:endParaRPr lang="en-US" sz="1600" dirty="0"/>
          </a:p>
        </p:txBody>
      </p:sp>
      <p:pic>
        <p:nvPicPr>
          <p:cNvPr id="18" name="Vive row 213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8640" y="5330952"/>
            <a:ext cx="5760720" cy="67665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9" name="Icon FaHandshake 214" descr="Handshake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1792" y="5404104"/>
            <a:ext cx="530352" cy="530352"/>
          </a:xfrm>
          <a:prstGeom prst="rect">
            <a:avLst/>
          </a:prstGeom>
        </p:spPr>
      </p:pic>
      <p:sp>
        <p:nvSpPr>
          <p:cNvPr id="20" name="Vive item 215"/>
          <p:cNvSpPr txBox="1"/>
          <p:nvPr/>
        </p:nvSpPr>
        <p:spPr>
          <a:xfrm>
            <a:off x="1325880" y="5385816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Sé su anfitrión.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89320" y="6419088"/>
            <a:ext cx="41148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  <p:bldP spid="14" grpId="0" animBg="1"/>
      <p:bldP spid="17" grpId="0" animBg="1"/>
      <p:bldP spid="2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548640" y="621792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Recomendados</a:t>
            </a:r>
            <a:endParaRPr lang="en-US" sz="3400" dirty="0"/>
          </a:p>
        </p:txBody>
      </p:sp>
      <p:sp>
        <p:nvSpPr>
          <p:cNvPr id="3" name="Intro 216"/>
          <p:cNvSpPr txBox="1"/>
          <p:nvPr/>
        </p:nvSpPr>
        <p:spPr>
          <a:xfrm>
            <a:off x="548640" y="13716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 esta información podemos analizar que los medios de contacto de Recomendados, Ferias Escolares y Página Web son los más importantes generadores de inscritos. Para lo cual la propuesta es la siguiente:</a:t>
            </a:r>
            <a:endParaRPr lang="en-US" sz="1300" dirty="0"/>
          </a:p>
        </p:txBody>
      </p:sp>
      <p:pic>
        <p:nvPicPr>
          <p:cNvPr id="4" name="Program card 21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40280"/>
            <a:ext cx="7315200" cy="11430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5" name="Icon FaLink 218" descr="Li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450592"/>
            <a:ext cx="731520" cy="731520"/>
          </a:xfrm>
          <a:prstGeom prst="rect">
            <a:avLst/>
          </a:prstGeom>
        </p:spPr>
      </p:pic>
      <p:sp>
        <p:nvSpPr>
          <p:cNvPr id="6" name="Program text 219"/>
          <p:cNvSpPr txBox="1"/>
          <p:nvPr/>
        </p:nvSpPr>
        <p:spPr>
          <a:xfrm>
            <a:off x="1737360" y="2286000"/>
            <a:ext cx="5943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Programa de Recomendados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propuesta es convertir la recomendación en un programa comercial estructurado. Cada alumno inscrito recibe un código o enlace personalizado de recomendación.</a:t>
            </a:r>
            <a:endParaRPr lang="en-US" sz="1600" dirty="0"/>
          </a:p>
        </p:txBody>
      </p:sp>
      <p:pic>
        <p:nvPicPr>
          <p:cNvPr id="7" name="Bonus card 22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520440"/>
            <a:ext cx="3520440" cy="210312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sp>
        <p:nvSpPr>
          <p:cNvPr id="8" name="Bonus title 221"/>
          <p:cNvSpPr txBox="1"/>
          <p:nvPr/>
        </p:nvSpPr>
        <p:spPr>
          <a:xfrm>
            <a:off x="822960" y="370332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Beneficio económico (Bono especial)</a:t>
            </a:r>
            <a:endParaRPr lang="en-US" sz="1400" dirty="0"/>
          </a:p>
        </p:txBody>
      </p:sp>
      <p:sp>
        <p:nvSpPr>
          <p:cNvPr id="9" name="Bonus row label 222"/>
          <p:cNvSpPr txBox="1"/>
          <p:nvPr/>
        </p:nvSpPr>
        <p:spPr>
          <a:xfrm>
            <a:off x="822960" y="4233672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 invitado inscrito</a:t>
            </a:r>
            <a:endParaRPr lang="en-US" sz="1300" dirty="0"/>
          </a:p>
        </p:txBody>
      </p:sp>
      <p:sp>
        <p:nvSpPr>
          <p:cNvPr id="10" name="Bonus row amount 223"/>
          <p:cNvSpPr txBox="1"/>
          <p:nvPr/>
        </p:nvSpPr>
        <p:spPr>
          <a:xfrm>
            <a:off x="2743200" y="4233672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$2,000</a:t>
            </a:r>
            <a:endParaRPr lang="en-US" sz="2000" dirty="0"/>
          </a:p>
        </p:txBody>
      </p:sp>
      <p:sp>
        <p:nvSpPr>
          <p:cNvPr id="11" name="Bonus row label 224"/>
          <p:cNvSpPr txBox="1"/>
          <p:nvPr/>
        </p:nvSpPr>
        <p:spPr>
          <a:xfrm>
            <a:off x="822960" y="4672584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 invitados inscritos</a:t>
            </a:r>
            <a:endParaRPr lang="en-US" sz="1300" dirty="0"/>
          </a:p>
        </p:txBody>
      </p:sp>
      <p:sp>
        <p:nvSpPr>
          <p:cNvPr id="12" name="Bonus row amount 225"/>
          <p:cNvSpPr txBox="1"/>
          <p:nvPr/>
        </p:nvSpPr>
        <p:spPr>
          <a:xfrm>
            <a:off x="2743200" y="4672584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$3,500</a:t>
            </a:r>
            <a:endParaRPr lang="en-US" sz="2000" dirty="0"/>
          </a:p>
        </p:txBody>
      </p:sp>
      <p:sp>
        <p:nvSpPr>
          <p:cNvPr id="13" name="Bonus row label 226"/>
          <p:cNvSpPr txBox="1"/>
          <p:nvPr/>
        </p:nvSpPr>
        <p:spPr>
          <a:xfrm>
            <a:off x="822960" y="5111496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 invitados inscritos</a:t>
            </a:r>
            <a:endParaRPr lang="en-US" sz="1300" dirty="0"/>
          </a:p>
        </p:txBody>
      </p:sp>
      <p:sp>
        <p:nvSpPr>
          <p:cNvPr id="14" name="Bonus row amount 227"/>
          <p:cNvSpPr txBox="1"/>
          <p:nvPr/>
        </p:nvSpPr>
        <p:spPr>
          <a:xfrm>
            <a:off x="2743200" y="5111496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$5,000</a:t>
            </a:r>
            <a:endParaRPr lang="en-US" sz="2000" dirty="0"/>
          </a:p>
        </p:txBody>
      </p:sp>
      <p:pic>
        <p:nvPicPr>
          <p:cNvPr id="15" name="Belonging card 228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3400" y="3520440"/>
            <a:ext cx="3520440" cy="210312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16" name="Belonging title 229"/>
          <p:cNvSpPr txBox="1"/>
          <p:nvPr/>
        </p:nvSpPr>
        <p:spPr>
          <a:xfrm>
            <a:off x="4617720" y="370332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Beneficio de Pertenencia:</a:t>
            </a:r>
            <a:endParaRPr lang="en-US" sz="1400" dirty="0"/>
          </a:p>
        </p:txBody>
      </p:sp>
      <p:sp>
        <p:nvSpPr>
          <p:cNvPr id="17" name="Belonging items 230"/>
          <p:cNvSpPr txBox="1"/>
          <p:nvPr/>
        </p:nvSpPr>
        <p:spPr>
          <a:xfrm>
            <a:off x="4617720" y="4233672"/>
            <a:ext cx="3063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 al “Embajador Westhill del mes”. (Historias de Instagram).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Dar un regalo como termo, paraguas, sudadera, etc.</a:t>
            </a:r>
            <a:endParaRPr lang="en-US" sz="1250" dirty="0"/>
          </a:p>
        </p:txBody>
      </p:sp>
      <p:pic>
        <p:nvPicPr>
          <p:cNvPr id="18" name="Bonus note card 23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5733288"/>
            <a:ext cx="7315200" cy="603504"/>
          </a:xfrm>
          <a:prstGeom prst="rect">
            <a:avLst/>
          </a:prstGeom>
        </p:spPr>
      </p:pic>
      <p:sp>
        <p:nvSpPr>
          <p:cNvPr id="19" name="Bonus note outline 232"/>
          <p:cNvSpPr/>
          <p:nvPr/>
        </p:nvSpPr>
        <p:spPr>
          <a:xfrm>
            <a:off x="548640" y="5733288"/>
            <a:ext cx="7315200" cy="603504"/>
          </a:xfrm>
          <a:prstGeom prst="roundRect">
            <a:avLst>
              <a:gd name="adj" fmla="val 21212"/>
            </a:avLst>
          </a:prstGeom>
          <a:ln w="19050">
            <a:solidFill>
              <a:schemeClr val="accent2"/>
            </a:solidFill>
            <a:prstDash val="solid"/>
          </a:ln>
        </p:spPr>
      </p:sp>
      <p:pic>
        <p:nvPicPr>
          <p:cNvPr id="20" name="Icon FaCircleInfo 233" descr="CircleInf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5843016"/>
            <a:ext cx="384048" cy="384048"/>
          </a:xfrm>
          <a:prstGeom prst="rect">
            <a:avLst/>
          </a:prstGeom>
        </p:spPr>
      </p:pic>
      <p:sp>
        <p:nvSpPr>
          <p:cNvPr id="21" name="Bonus note 234"/>
          <p:cNvSpPr txBox="1"/>
          <p:nvPr/>
        </p:nvSpPr>
        <p:spPr>
          <a:xfrm>
            <a:off x="1261872" y="5769864"/>
            <a:ext cx="64190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bono se aplica una vez que el referido se encuentra inscrito y salvo a las políticas vigentes de la universidad. No es acumulativo y solo es válido dentro del mes.</a:t>
            </a:r>
            <a:endParaRPr lang="en-US" sz="1100" dirty="0"/>
          </a:p>
        </p:txBody>
      </p:sp>
      <p:pic>
        <p:nvPicPr>
          <p:cNvPr id="22" name="Flyer frame 23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88957" y="1399032"/>
            <a:ext cx="3718106" cy="474573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3" name="Current flyer 236" descr="Programa de referidos actual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98685" y="1508760"/>
            <a:ext cx="3498650" cy="4526280"/>
          </a:xfrm>
          <a:prstGeom prst="rect">
            <a:avLst/>
          </a:prstGeom>
        </p:spPr>
      </p:pic>
      <p:sp>
        <p:nvSpPr>
          <p:cNvPr id="24" name="Current tag 237"/>
          <p:cNvSpPr txBox="1"/>
          <p:nvPr/>
        </p:nvSpPr>
        <p:spPr>
          <a:xfrm>
            <a:off x="8281565" y="548640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ACTUAL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419088"/>
            <a:ext cx="41148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9" grpId="0" animBg="1"/>
      <p:bldP spid="21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losing background 238" descr="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 Westhill 23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5608" y="868680"/>
            <a:ext cx="3840480" cy="1543094"/>
          </a:xfrm>
          <a:prstGeom prst="rect">
            <a:avLst/>
          </a:prstGeom>
        </p:spPr>
      </p:pic>
      <p:sp>
        <p:nvSpPr>
          <p:cNvPr id="4" name="Closing hashtag 240"/>
          <p:cNvSpPr txBox="1"/>
          <p:nvPr/>
        </p:nvSpPr>
        <p:spPr>
          <a:xfrm>
            <a:off x="914400" y="274320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spc="400" kern="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#SOMOSWESTHILL</a:t>
            </a:r>
            <a:endParaRPr lang="en-US" sz="5400" dirty="0"/>
          </a:p>
        </p:txBody>
      </p:sp>
      <p:sp>
        <p:nvSpPr>
          <p:cNvPr id="5" name="Closing subtitle 241"/>
          <p:cNvSpPr txBox="1"/>
          <p:nvPr/>
        </p:nvSpPr>
        <p:spPr>
          <a:xfrm>
            <a:off x="914400" y="3749040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Embajadores Westhill 2.0  ·  Plan de Acción Enero 2027</a:t>
            </a:r>
            <a:endParaRPr lang="en-US" sz="1800" dirty="0"/>
          </a:p>
        </p:txBody>
      </p:sp>
      <p:sp>
        <p:nvSpPr>
          <p:cNvPr id="6" name="Handle 242"/>
          <p:cNvSpPr txBox="1"/>
          <p:nvPr/>
        </p:nvSpPr>
        <p:spPr>
          <a:xfrm>
            <a:off x="4678528" y="4572000"/>
            <a:ext cx="2834640" cy="56692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100" kern="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@univwesthill</a:t>
            </a:r>
            <a:endParaRPr lang="en-US" sz="1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theme/theme1.xml><?xml version="1.0" encoding="utf-8"?>
<a:theme xmlns:a="http://schemas.openxmlformats.org/drawingml/2006/main" name="Westhill Embajadores">
  <a:themeElements>
    <a:clrScheme name="Westhill Embajadores">
      <a:dk1>
        <a:srgbClr val="15243A"/>
      </a:dk1>
      <a:lt1>
        <a:srgbClr val="FFFFFF"/>
      </a:lt1>
      <a:dk2>
        <a:srgbClr val="0E2A47"/>
      </a:dk2>
      <a:lt2>
        <a:srgbClr val="EDF3FA"/>
      </a:lt2>
      <a:accent1>
        <a:srgbClr val="266294"/>
      </a:accent1>
      <a:accent2>
        <a:srgbClr val="F2C94C"/>
      </a:accent2>
      <a:accent3>
        <a:srgbClr val="4A90C8"/>
      </a:accent3>
      <a:accent4>
        <a:srgbClr val="163A5F"/>
      </a:accent4>
      <a:accent5>
        <a:srgbClr val="8FB3D9"/>
      </a:accent5>
      <a:accent6>
        <a:srgbClr val="5B6B7D"/>
      </a:accent6>
      <a:hlink>
        <a:srgbClr val="266294"/>
      </a:hlink>
      <a:folHlink>
        <a:srgbClr val="163A5F"/>
      </a:folHlink>
    </a:clrScheme>
    <a:fontScheme name="Westhill Embajadores">
      <a:majorFont>
        <a:latin typeface="Ralew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aleway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Universidad Westhill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 de Acción Enero 2027 · Embajadores Westhill 2.0</dc:title>
  <dc:subject>PptxGenJS Presentation</dc:subject>
  <dc:creator>Universidad Westhill</dc:creator>
  <cp:lastModifiedBy>Universidad Westhill</cp:lastModifiedBy>
  <cp:revision>1</cp:revision>
  <dcterms:created xsi:type="dcterms:W3CDTF">2026-10-05T17:56:08Z</dcterms:created>
  <dcterms:modified xsi:type="dcterms:W3CDTF">2026-10-05T17:56:08Z</dcterms:modified>
</cp:coreProperties>
</file>