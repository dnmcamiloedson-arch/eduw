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acf7f12c-4461-cfc3-ca09-4d947415409b}">
          <p14:sldIdLst>
            <p14:sldId id="256"/>
          </p14:sldIdLst>
        </p14:section>
        <p14:section name="Programa" id="{98c60665-e97b-0f76-8d66-b80abd5075c2}">
          <p14:sldIdLst>
            <p14:sldId id="257"/>
            <p14:sldId id="258"/>
            <p14:sldId id="259"/>
          </p14:sldIdLst>
        </p14:section>
        <p14:section name="Mecánica" id="{b2124466-3514-68a2-54c8-5ab6cc7e46fd}">
          <p14:sldIdLst>
            <p14:sldId id="260"/>
            <p14:sldId id="261"/>
            <p14:sldId id="262"/>
            <p14:sldId id="263"/>
          </p14:sldIdLst>
        </p14:section>
        <p14:section name="Niveles y beneficios" id="{ff1075e9-d0b6-c871-2fd1-f7dade5fb0d5}">
          <p14:sldIdLst>
            <p14:sldId id="264"/>
            <p14:sldId id="265"/>
            <p14:sldId id="266"/>
            <p14:sldId id="267"/>
          </p14:sldIdLst>
        </p14:section>
        <p14:section name="Iniciativas" id="{20e866a3-b9ed-b843-bdbe-3dbf2aa00e2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ierre" id="{35b194e9-2d83-8969-f316-4212e90b6efa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120640" y="2743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600" dirty="0"/>
          </a:p>
        </p:txBody>
      </p:sp>
      <p:sp>
        <p:nvSpPr>
          <p:cNvPr id="5" name="Text 1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1488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600" dirty="0"/>
          </a:p>
        </p:txBody>
      </p:sp>
      <p:sp>
        <p:nvSpPr>
          <p:cNvPr id="6" name="Cover month 5"/>
          <p:cNvSpPr txBox="1"/>
          <p:nvPr/>
        </p:nvSpPr>
        <p:spPr>
          <a:xfrm>
            <a:off x="41148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3400" dirty="0"/>
          </a:p>
        </p:txBody>
      </p:sp>
      <p:sp>
        <p:nvSpPr>
          <p:cNvPr id="7" name="Cover year 6"/>
          <p:cNvSpPr txBox="1"/>
          <p:nvPr/>
        </p:nvSpPr>
        <p:spPr>
          <a:xfrm>
            <a:off x="411480" y="3931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4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4" name="Program description 14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5" name="Objective 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Bullseye 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7" name="Icon FaBullseye 17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8" name="Objective label 18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9" name="Objective text 19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0" name="Why card 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Why title 21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2" name="Icon FaHandHoldingHeart 22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3" name="Why item 23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4" name="Icon FaBuildingColumns 24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5" name="Why item 25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6" name="Icon FaRankingStar 26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7" name="Why item 27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8" name="Icon FaGift 28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19" name="Why item 29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0" name="Icon FaStar 30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1" name="Why item 31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4" name="Profile card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hareNodes 34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6" name="Profile kicker 35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7" name="Profile name 36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8" name="Profile items 37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9" name="Profile card 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UserGraduate 39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1" name="Profile kicker 40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2" name="Profile name 41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3" name="Profile items 42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4" name="Profile card 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Crown 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6" name="Icon FaCrown 45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7" name="Highlight tag 46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8" name="Profile kicker 47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9" name="Profile name 48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0" name="Profile items 49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5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5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52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53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54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55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4" name="Step card 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5" name="Step number 58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6" name="Icon FaQrcode 59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7" name="Step head 60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8" name="Step body 61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9" name="Icon FaChevronRight 6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0" name="Step card 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Step number 64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2" name="Icon FaCalendarCheck 65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3" name="Step head 66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4" name="Step body 67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5" name="Icon FaChevronRight 68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6" name="Step card 6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MoneyBillWave 7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8" name="Step number 71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9" name="Icon FaMoneyBillWave 72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0" name="Step head 73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1" name="Step body 74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2" name="Icon FaChevronRight 75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3" name="Step card 7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4" name="Step number 77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5" name="Icon FaTrophy 78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6" name="Step head 79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7" name="Step body 80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1" grpId="0" animBg="1"/>
      <p:bldP spid="13" grpId="0" animBg="1"/>
      <p:bldP spid="14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4" name="Table card 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6" name="Bonus card 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MoneyBillWave 85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8" name="Bonus label 86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9" name="Bonus amount 87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0" name="Bonus label 88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1" name="Divider 89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2" name="Bonus amount 90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3" name="Bonus label 91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4" name="Top bonus highlight 9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5" name="Bonus amount 93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6" name="Bonus label 94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7" name="Bonus note card 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8" name="Bonus note outline 96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9" name="Icon FaCircleInfo 97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0" name="Bonus note 98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9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4" name="Subtitle 10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5" name="Journey connector 101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102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3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4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5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6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halo 107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Icon FaUserGraduate 108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3" name="Journey label 109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4" name="Journey step 110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Journey halo 111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6" name="Icon FaShareNodes 11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7" name="Journey label 113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8" name="Journey step 114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Journey halo 115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Icon FaUsers 116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1" name="Journey label 117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2" name="Journey step 118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Journey halo 119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Icon FaCalendarDays 120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5" name="Journey label 121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6" name="Journey step 122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Journey halo 123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Icon FaUserTie 124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29" name="Journey label 125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0" name="Journey step 126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Journey halo 127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2" name="Icon FaFileSignature 128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3" name="Journey label 129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4" name="Journey step 130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Journey halo 131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6" name="Icon FaTrophy 132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7" name="Journey label 133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8" name="Journey step 134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5" grpId="0" animBg="1"/>
      <p:bldP spid="15" grpId="0" animBg="1"/>
      <p:bldP spid="17" grpId="0" animBg="1"/>
      <p:bldP spid="18" grpId="0" animBg="1"/>
      <p:bldP spid="6" grpId="0" animBg="1"/>
      <p:bldP spid="19" grpId="0" animBg="1"/>
      <p:bldP spid="21" grpId="0" animBg="1"/>
      <p:bldP spid="22" grpId="0" animBg="1"/>
      <p:bldP spid="7" grpId="0" animBg="1"/>
      <p:bldP spid="23" grpId="0" animBg="1"/>
      <p:bldP spid="25" grpId="0" animBg="1"/>
      <p:bldP spid="26" grpId="0" animBg="1"/>
      <p:bldP spid="8" grpId="0" animBg="1"/>
      <p:bldP spid="27" grpId="0" animBg="1"/>
      <p:bldP spid="29" grpId="0" animBg="1"/>
      <p:bldP spid="30" grpId="0" animBg="1"/>
      <p:bldP spid="9" grpId="0" animBg="1"/>
      <p:bldP spid="31" grpId="0" animBg="1"/>
      <p:bldP spid="33" grpId="0" animBg="1"/>
      <p:bldP spid="34" grpId="0" animBg="1"/>
      <p:bldP spid="10" grpId="0" animBg="1"/>
      <p:bldP spid="35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3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3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3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13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4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4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4" name="Level card 1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eedling 143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6" name="Level points 144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45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8" name="Level items 146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9" name="Level card 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Medal 148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1" name="Level points 149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2" name="Level name 150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3" name="Level items 151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4" name="Level card 1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Icon FaCrown 153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6" name="Level points 154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7" name="Level name 155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8" name="Level items 156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5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4" name="Subtitle 15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5" name="Kit tile 1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Qrcode 1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7" name="Icon FaQrcode 161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8" name="Kit label 162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9" name="Kit tile 1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Whatsapp 164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1" name="Kit label 165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2" name="Kit tile 1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Instagram 167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4" name="Kit label 168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5" name="Kit tile 1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Video 170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7" name="Kit label 171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8" name="Kit tile 17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EnvelopeOpenText 173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0" name="Kit label 174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1" name="Kit tile 17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ookOpen 176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3" name="Kit label 177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4" name="Kit tile 17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CommentDots 179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6" name="Kit label 180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7" name="Kit tile 181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CalendarDays 182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29" name="Kit label 183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8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4" name="Recognition card 1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ar 186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6" name="Recognition title 187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7" name="Icon FaBullhorn 188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8" name="Recognition item 189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9" name="Icon FaInstagram 190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0" name="Recognition item 191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1" name="Icon FaMugHot 192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2" name="Recognition item 193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3" name="Recognition card 1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Trophy 19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5" name="Icon FaTrophy 196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6" name="Recognition title 197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7" name="Icon FaBullhorn 198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8" name="Recognition item 199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9" name="Icon FaStar 200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0" name="Recognition item 201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1" name="Icon FaNewspaper 202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2" name="Recognition item 203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07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Section kicker 208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09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1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4" name="Subtitle 211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5" name="Campus photo 21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6" name="Vive row 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14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8" name="Vive item 215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17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1" name="Vive item 218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20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4" name="Vive item 221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23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7" name="Vive item 224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2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26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0" name="Vive item 227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2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4" name="Intro 229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5" name="Program card 2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Link 23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7" name="Program text 232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8" name="Bonus card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Bonus title 234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0" name="Bonus row label 235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1" name="Bonus row amount 236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2" name="Bonus row label 237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3" name="Bonus row amount 238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4" name="Bonus row label 239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5" name="Bonus row amount 240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6" name="Belonging card 2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7" name="Belonging title 242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8" name="Belonging items 243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9" name="Bonus note card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0" name="Bonus note outline 245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Icon FaCircleInfo 246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2" name="Bonus note 247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3" name="Flyer frame 24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Current flyer 249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5" name="Current tag 250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5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tu código a su lugar en Westhill</a:t>
            </a:r>
            <a:endParaRPr lang="en-US" sz="3000" dirty="0"/>
          </a:p>
        </p:txBody>
      </p:sp>
      <p:sp>
        <p:nvSpPr>
          <p:cNvPr id="4" name="Subtitle 25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Así genera cada embajador su código y envía su invitación</a:t>
            </a:r>
            <a:endParaRPr lang="en-US" sz="1600" dirty="0"/>
          </a:p>
        </p:txBody>
      </p:sp>
      <p:pic>
        <p:nvPicPr>
          <p:cNvPr id="5" name="Process card 2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28346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Process number 254"/>
          <p:cNvSpPr txBox="1"/>
          <p:nvPr/>
        </p:nvSpPr>
        <p:spPr>
          <a:xfrm>
            <a:off x="713232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Process step 255"/>
          <p:cNvSpPr txBox="1"/>
          <p:nvPr/>
        </p:nvSpPr>
        <p:spPr>
          <a:xfrm>
            <a:off x="1225296" y="2414016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tu código</a:t>
            </a:r>
            <a:endParaRPr lang="en-US" sz="1350" dirty="0"/>
          </a:p>
        </p:txBody>
      </p:sp>
      <p:sp>
        <p:nvSpPr>
          <p:cNvPr id="8" name="Process detail 256"/>
          <p:cNvSpPr txBox="1"/>
          <p:nvPr/>
        </p:nvSpPr>
        <p:spPr>
          <a:xfrm>
            <a:off x="1225296" y="272491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Saca tu link y recibe tu pase</a:t>
            </a:r>
            <a:endParaRPr lang="en-US" sz="1100" dirty="0"/>
          </a:p>
        </p:txBody>
      </p:sp>
      <p:pic>
        <p:nvPicPr>
          <p:cNvPr id="9" name="Process screenshot 257" descr="Genera tu códi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94" y="3154680"/>
            <a:ext cx="2451931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0" name="Process screenshot 258" descr="Genera tu códi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62" y="4773168"/>
            <a:ext cx="2130796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1" name="Icon FaChevronRight 259" descr="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4151376"/>
            <a:ext cx="384048" cy="384048"/>
          </a:xfrm>
          <a:prstGeom prst="rect">
            <a:avLst/>
          </a:prstGeom>
        </p:spPr>
      </p:pic>
      <p:pic>
        <p:nvPicPr>
          <p:cNvPr id="12" name="Process card 26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3" name="Process number 261"/>
          <p:cNvSpPr txBox="1"/>
          <p:nvPr/>
        </p:nvSpPr>
        <p:spPr>
          <a:xfrm>
            <a:off x="3694176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rocess step 262"/>
          <p:cNvSpPr txBox="1"/>
          <p:nvPr/>
        </p:nvSpPr>
        <p:spPr>
          <a:xfrm>
            <a:off x="4206240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Envía tu invitación</a:t>
            </a:r>
            <a:endParaRPr lang="en-US" sz="1350" dirty="0"/>
          </a:p>
        </p:txBody>
      </p:sp>
      <p:sp>
        <p:nvSpPr>
          <p:cNvPr id="15" name="Process detail 263"/>
          <p:cNvSpPr txBox="1"/>
          <p:nvPr/>
        </p:nvSpPr>
        <p:spPr>
          <a:xfrm>
            <a:off x="4206240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 invitado abre el sobre</a:t>
            </a:r>
            <a:endParaRPr lang="en-US" sz="1100" dirty="0"/>
          </a:p>
        </p:txBody>
      </p:sp>
      <p:pic>
        <p:nvPicPr>
          <p:cNvPr id="16" name="Process screenshot 264" descr="Envía tu invitació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3767288"/>
            <a:ext cx="2331720" cy="188374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7" name="Icon FaChevronRight 265" descr="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4151376"/>
            <a:ext cx="384048" cy="384048"/>
          </a:xfrm>
          <a:prstGeom prst="rect">
            <a:avLst/>
          </a:prstGeom>
        </p:spPr>
      </p:pic>
      <p:pic>
        <p:nvPicPr>
          <p:cNvPr id="18" name="Process card 26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Process number 267"/>
          <p:cNvSpPr txBox="1"/>
          <p:nvPr/>
        </p:nvSpPr>
        <p:spPr>
          <a:xfrm>
            <a:off x="6446520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Process step 268"/>
          <p:cNvSpPr txBox="1"/>
          <p:nvPr/>
        </p:nvSpPr>
        <p:spPr>
          <a:xfrm>
            <a:off x="6958584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Confirma su lugar</a:t>
            </a:r>
            <a:endParaRPr lang="en-US" sz="1350" dirty="0"/>
          </a:p>
        </p:txBody>
      </p:sp>
      <p:sp>
        <p:nvSpPr>
          <p:cNvPr id="21" name="Process detail 269"/>
          <p:cNvSpPr txBox="1"/>
          <p:nvPr/>
        </p:nvSpPr>
        <p:spPr>
          <a:xfrm>
            <a:off x="6958584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Llena el formulario</a:t>
            </a:r>
            <a:endParaRPr lang="en-US" sz="1100" dirty="0"/>
          </a:p>
        </p:txBody>
      </p:sp>
      <p:pic>
        <p:nvPicPr>
          <p:cNvPr id="22" name="Process screenshot 270" descr="Confirma su lug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7255" y="3154680"/>
            <a:ext cx="2075385" cy="3108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23" name="Icon FaChevronRight 271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9096" y="4151376"/>
            <a:ext cx="384048" cy="384048"/>
          </a:xfrm>
          <a:prstGeom prst="rect">
            <a:avLst/>
          </a:prstGeom>
        </p:spPr>
      </p:pic>
      <p:pic>
        <p:nvPicPr>
          <p:cNvPr id="24" name="Process card 27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72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5" name="Process number 273"/>
          <p:cNvSpPr txBox="1"/>
          <p:nvPr/>
        </p:nvSpPr>
        <p:spPr>
          <a:xfrm>
            <a:off x="9198864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Process step 274"/>
          <p:cNvSpPr txBox="1"/>
          <p:nvPr/>
        </p:nvSpPr>
        <p:spPr>
          <a:xfrm>
            <a:off x="9710928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¡Proceso completo!</a:t>
            </a:r>
            <a:endParaRPr lang="en-US" sz="1350" dirty="0"/>
          </a:p>
        </p:txBody>
      </p:sp>
      <p:sp>
        <p:nvSpPr>
          <p:cNvPr id="27" name="Process detail 275"/>
          <p:cNvSpPr txBox="1"/>
          <p:nvPr/>
        </p:nvSpPr>
        <p:spPr>
          <a:xfrm>
            <a:off x="9710928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Llega a Admisiones</a:t>
            </a:r>
            <a:endParaRPr lang="en-US" sz="1100" dirty="0"/>
          </a:p>
        </p:txBody>
      </p:sp>
      <p:pic>
        <p:nvPicPr>
          <p:cNvPr id="28" name="Process screenshot 276" descr="¡Proceso completo!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432" y="3546442"/>
            <a:ext cx="2331720" cy="232543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7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Tablero de control de Admisiones</a:t>
            </a:r>
            <a:endParaRPr lang="en-US" sz="3000" dirty="0"/>
          </a:p>
        </p:txBody>
      </p:sp>
      <p:sp>
        <p:nvSpPr>
          <p:cNvPr id="4" name="Subtitle 27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actualiza solo con cada registro nuevo</a:t>
            </a:r>
            <a:endParaRPr lang="en-US" sz="1600" dirty="0"/>
          </a:p>
        </p:txBody>
      </p:sp>
      <p:pic>
        <p:nvPicPr>
          <p:cNvPr id="5" name="Dashboard screenshot frame 27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4983480" cy="397394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Dashboard screenshot 280" descr="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41448"/>
            <a:ext cx="4764024" cy="3754493"/>
          </a:xfrm>
          <a:prstGeom prst="rect">
            <a:avLst/>
          </a:prstGeom>
        </p:spPr>
      </p:pic>
      <p:pic>
        <p:nvPicPr>
          <p:cNvPr id="7" name="Rankings screenshot frame 2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331720"/>
            <a:ext cx="5882335" cy="176021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8" name="Rankings screenshot 282" descr="Rankings screens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441448"/>
            <a:ext cx="5662879" cy="1540763"/>
          </a:xfrm>
          <a:prstGeom prst="rect">
            <a:avLst/>
          </a:prstGeom>
        </p:spPr>
      </p:pic>
      <p:pic>
        <p:nvPicPr>
          <p:cNvPr id="9" name="Dashboard note 28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27481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ChartLine 284" descr="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370069"/>
            <a:ext cx="457200" cy="457200"/>
          </a:xfrm>
          <a:prstGeom prst="rect">
            <a:avLst/>
          </a:prstGeom>
        </p:spPr>
      </p:pic>
      <p:sp>
        <p:nvSpPr>
          <p:cNvPr id="11" name="Dashboard note text 285"/>
          <p:cNvSpPr txBox="1"/>
          <p:nvPr/>
        </p:nvSpPr>
        <p:spPr>
          <a:xfrm>
            <a:off x="6537960" y="432053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Indicadores al momento: registros totales, referidores, registros de hoy y últimos 7 días.</a:t>
            </a:r>
            <a:endParaRPr lang="en-US" sz="1300" dirty="0"/>
          </a:p>
        </p:txBody>
      </p:sp>
      <p:pic>
        <p:nvPicPr>
          <p:cNvPr id="12" name="Dashboard note 28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501395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3" name="Icon FaRankingStar 287" descr="Ranking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5109210"/>
            <a:ext cx="457200" cy="457200"/>
          </a:xfrm>
          <a:prstGeom prst="rect">
            <a:avLst/>
          </a:prstGeom>
        </p:spPr>
      </p:pic>
      <p:sp>
        <p:nvSpPr>
          <p:cNvPr id="14" name="Dashboard note text 288"/>
          <p:cNvSpPr txBox="1"/>
          <p:nvPr/>
        </p:nvSpPr>
        <p:spPr>
          <a:xfrm>
            <a:off x="6537960" y="505967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de referidores para reconocer a los embajadores más activos.</a:t>
            </a:r>
            <a:endParaRPr lang="en-US" sz="1300" dirty="0"/>
          </a:p>
        </p:txBody>
      </p:sp>
      <p:pic>
        <p:nvPicPr>
          <p:cNvPr id="15" name="Dashboard note 28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5753100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ListCheck 290" descr="List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0" y="5848350"/>
            <a:ext cx="457200" cy="457200"/>
          </a:xfrm>
          <a:prstGeom prst="rect">
            <a:avLst/>
          </a:prstGeom>
        </p:spPr>
      </p:pic>
      <p:sp>
        <p:nvSpPr>
          <p:cNvPr id="17" name="Dashboard note text 291"/>
          <p:cNvSpPr txBox="1"/>
          <p:nvPr/>
        </p:nvSpPr>
        <p:spPr>
          <a:xfrm>
            <a:off x="6537960" y="5798820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por nivel, por día y los últimos invitados con quién los refirió.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9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datos de referidos</a:t>
            </a:r>
            <a:endParaRPr lang="en-US" sz="3000" dirty="0"/>
          </a:p>
        </p:txBody>
      </p:sp>
      <p:sp>
        <p:nvSpPr>
          <p:cNvPr id="4" name="Subtitle 293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registro queda vinculado al código del embajador que lo invitó</a:t>
            </a:r>
            <a:endParaRPr lang="en-US" sz="1600" dirty="0"/>
          </a:p>
        </p:txBody>
      </p:sp>
      <p:pic>
        <p:nvPicPr>
          <p:cNvPr id="5" name="Referidores card 29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3977640" cy="2057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Sheet tag 295"/>
          <p:cNvSpPr txBox="1"/>
          <p:nvPr/>
        </p:nvSpPr>
        <p:spPr>
          <a:xfrm>
            <a:off x="731520" y="2487168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REFERIDORES</a:t>
            </a:r>
            <a:endParaRPr lang="en-US" sz="1000" dirty="0"/>
          </a:p>
        </p:txBody>
      </p:sp>
      <p:sp>
        <p:nvSpPr>
          <p:cNvPr id="7" name="Referidores text 296"/>
          <p:cNvSpPr txBox="1"/>
          <p:nvPr/>
        </p:nvSpPr>
        <p:spPr>
          <a:xfrm>
            <a:off x="731520" y="2852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embajador registrado con su código único, correo y teléfono.</a:t>
            </a:r>
            <a:endParaRPr lang="en-US" sz="1250" dirty="0"/>
          </a:p>
        </p:txBody>
      </p:sp>
      <p:pic>
        <p:nvPicPr>
          <p:cNvPr id="8" name="Referidores screenshot 297" descr="Hoja Referidor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54439"/>
            <a:ext cx="3611880" cy="87008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4000"/>
              </a:srgbClr>
            </a:outerShdw>
          </a:effectLst>
        </p:spPr>
      </p:pic>
      <p:pic>
        <p:nvPicPr>
          <p:cNvPr id="9" name="Referidos card 29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53712"/>
            <a:ext cx="3977640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Sheet tag 299"/>
          <p:cNvSpPr txBox="1"/>
          <p:nvPr/>
        </p:nvSpPr>
        <p:spPr>
          <a:xfrm>
            <a:off x="731520" y="4690872"/>
            <a:ext cx="18288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REFERIDOS</a:t>
            </a:r>
            <a:endParaRPr lang="en-US" sz="1000" dirty="0"/>
          </a:p>
        </p:txBody>
      </p:sp>
      <p:sp>
        <p:nvSpPr>
          <p:cNvPr id="11" name="Referidos text 300"/>
          <p:cNvSpPr txBox="1"/>
          <p:nvPr/>
        </p:nvSpPr>
        <p:spPr>
          <a:xfrm>
            <a:off x="731520" y="5029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invitado con quién lo refirió, nivel y programa de interés.</a:t>
            </a:r>
            <a:endParaRPr lang="en-US" sz="1200" dirty="0"/>
          </a:p>
        </p:txBody>
      </p:sp>
      <p:pic>
        <p:nvPicPr>
          <p:cNvPr id="12" name="Referidos screenshot frame 30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31720"/>
            <a:ext cx="6888175" cy="303749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Referidos screenshot 302" descr="Referidos screens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441448"/>
            <a:ext cx="6668719" cy="2818041"/>
          </a:xfrm>
          <a:prstGeom prst="rect">
            <a:avLst/>
          </a:prstGeom>
        </p:spPr>
      </p:pic>
      <p:pic>
        <p:nvPicPr>
          <p:cNvPr id="14" name="Sample data note 30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32704"/>
            <a:ext cx="11094415" cy="502920"/>
          </a:xfrm>
          <a:prstGeom prst="rect">
            <a:avLst/>
          </a:prstGeom>
        </p:spPr>
      </p:pic>
      <p:pic>
        <p:nvPicPr>
          <p:cNvPr id="15" name="Icon FaCircleInfo 304" descr="CircleInf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705856"/>
            <a:ext cx="356616" cy="356616"/>
          </a:xfrm>
          <a:prstGeom prst="rect">
            <a:avLst/>
          </a:prstGeom>
        </p:spPr>
      </p:pic>
      <p:sp>
        <p:nvSpPr>
          <p:cNvPr id="16" name="Sample data note text 305"/>
          <p:cNvSpPr txBox="1"/>
          <p:nvPr/>
        </p:nvSpPr>
        <p:spPr>
          <a:xfrm>
            <a:off x="1170432" y="5632704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de ejemplo para mostrar cómo se verá la información que recibe Admisiones.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306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3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08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ashtag 309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subtitle 310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7" name="Closing date 311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2027</a:t>
            </a:r>
            <a:endParaRPr lang="en-US" sz="1700" dirty="0"/>
          </a:p>
        </p:txBody>
      </p:sp>
      <p:sp>
        <p:nvSpPr>
          <p:cNvPr id="8" name="Handle 312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Embajadores Westhill 2.0 · Enero 2027</dc:title>
  <dc:subject>PptxGenJS Presentation</dc:subject>
  <dc:creator>Universidad Westhill</dc:creator>
  <cp:lastModifiedBy>Universidad Westhill</cp:lastModifiedBy>
  <cp:revision>1</cp:revision>
  <dcterms:created xsi:type="dcterms:W3CDTF">2026-10-05T19:40:36Z</dcterms:created>
  <dcterms:modified xsi:type="dcterms:W3CDTF">2026-10-05T19:40:36Z</dcterms:modified>
</cp:coreProperties>
</file>