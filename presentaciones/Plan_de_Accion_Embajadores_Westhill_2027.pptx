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d86c1674-0238-8a6c-9756-14b30f727eef}">
          <p14:sldIdLst>
            <p14:sldId id="256"/>
          </p14:sldIdLst>
        </p14:section>
        <p14:section name="Programa" id="{bfce5a10-bb0a-75d9-5888-e36cbb6a54c3}">
          <p14:sldIdLst>
            <p14:sldId id="257"/>
            <p14:sldId id="258"/>
            <p14:sldId id="259"/>
          </p14:sldIdLst>
        </p14:section>
        <p14:section name="Mecánica" id="{e6b3c0a3-0eca-a859-e947-2dfce35b7963}">
          <p14:sldIdLst>
            <p14:sldId id="260"/>
            <p14:sldId id="261"/>
            <p14:sldId id="262"/>
            <p14:sldId id="263"/>
          </p14:sldIdLst>
        </p14:section>
        <p14:section name="Niveles y beneficios" id="{ff1c08bb-9c59-30fd-bb64-e57ad73ffa9b}">
          <p14:sldIdLst>
            <p14:sldId id="264"/>
            <p14:sldId id="265"/>
            <p14:sldId id="266"/>
            <p14:sldId id="267"/>
          </p14:sldIdLst>
        </p14:section>
        <p14:section name="Iniciativas" id="{2df1fb40-091e-54ac-09c2-beb28f9a12a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ierre" id="{3b7ac6f2-6688-0d5c-1f35-8209d769a5f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over title 4"/>
          <p:cNvSpPr txBox="1"/>
          <p:nvPr/>
        </p:nvSpPr>
        <p:spPr>
          <a:xfrm>
            <a:off x="411480" y="2514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</a:t>
            </a:r>
            <a:endParaRPr lang="en-US" sz="4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Section kicker 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5" name="Program description 12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6" name="Objective card 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Bullseye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8" name="Icon FaBullseye 15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9" name="Objective label 16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10" name="Objective text 17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1" name="Why card 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2" name="Why title 19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3" name="Icon FaHandHoldingHeart 20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4" name="Why item 21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5" name="Icon FaBuildingColumns 22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6" name="Why item 23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7" name="Icon FaRankingStar 24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8" name="Why item 25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9" name="Icon FaGift 26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20" name="Why item 27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1" name="Icon FaStar 2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2" name="Why item 29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3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5" name="Profile card 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ShareNodes 3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7" name="Profile kicker 33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8" name="Profile name 34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9" name="Profile items 35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10" name="Profile card 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UserGraduate 37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2" name="Profile kicker 38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3" name="Profile name 39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4" name="Profile items 40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5" name="Profile card 4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Watermark FaCrown 4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7" name="Icon FaCrown 43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8" name="Highlight tag 44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9" name="Profile kicker 45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20" name="Profile name 46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1" name="Profile items 47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48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50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51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Section kicker 52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53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5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5" name="Step card 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Step number 56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7" name="Icon FaQrcode 57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8" name="Step head 58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9" name="Step body 59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10" name="Icon FaChevronRight 60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1" name="Step card 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2" name="Step number 62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3" name="Icon FaCalendarCheck 63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4" name="Step head 64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5" name="Step body 65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6" name="Icon FaChevronRight 66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7" name="Step card 6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8" name="Watermark FaMoneyBillWave 6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9" name="Step number 69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20" name="Icon FaMoneyBillWave 70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1" name="Step head 71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2" name="Step body 72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3" name="Icon FaChevronRight 73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4" name="Step card 74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5" name="Step number 75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6" name="Icon FaTrophy 76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7" name="Step head 77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8" name="Step body 78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4" grpId="0" animBg="1"/>
      <p:bldP spid="15" grpId="0" animBg="1"/>
      <p:bldP spid="19" grpId="0" animBg="1"/>
      <p:bldP spid="21" grpId="0" animBg="1"/>
      <p:bldP spid="22" grpId="0" animBg="1"/>
      <p:bldP spid="25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7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5" name="Table card 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6" name="Points table 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7" name="Bonus card 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8" name="Icon FaMoneyBillWave 83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9" name="Bonus label 84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10" name="Bonus amount 85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1" name="Bonus label 86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2" name="Divider 87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3" name="Bonus amount 88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4" name="Bonus label 89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5" name="Top bonus highlight 9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6" name="Bonus amount 91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7" name="Bonus label 92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8" name="Bonus note card 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9" name="Bonus note outline 94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0" name="Icon FaCircleInfo 95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1" name="Bonus note 96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9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5" name="Subtitle 9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6" name="Journey connector 99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0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1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2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3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connector 104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2" name="Journey halo 105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3" name="Icon FaUserGraduate 106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4" name="Journey label 107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5" name="Journey step 108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Journey halo 109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7" name="Icon FaShareNodes 110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8" name="Journey label 111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9" name="Journey step 112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Journey halo 113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1" name="Icon FaUsers 114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2" name="Journey label 115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3" name="Journey step 116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Journey halo 117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5" name="Icon FaCalendarDays 118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6" name="Journey label 119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7" name="Journey step 120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Journey halo 121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9" name="Icon FaUserTie 122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30" name="Journey label 123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1" name="Journey step 124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Journey halo 125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3" name="Icon FaFileSignature 126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4" name="Journey label 127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5" name="Journey step 128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Journey halo 129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7" name="Icon FaTrophy 130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8" name="Journey label 131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9" name="Journey step 132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6" grpId="0" animBg="1"/>
      <p:bldP spid="16" grpId="0" animBg="1"/>
      <p:bldP spid="18" grpId="0" animBg="1"/>
      <p:bldP spid="19" grpId="0" animBg="1"/>
      <p:bldP spid="7" grpId="0" animBg="1"/>
      <p:bldP spid="20" grpId="0" animBg="1"/>
      <p:bldP spid="22" grpId="0" animBg="1"/>
      <p:bldP spid="23" grpId="0" animBg="1"/>
      <p:bldP spid="8" grpId="0" animBg="1"/>
      <p:bldP spid="24" grpId="0" animBg="1"/>
      <p:bldP spid="26" grpId="0" animBg="1"/>
      <p:bldP spid="27" grpId="0" animBg="1"/>
      <p:bldP spid="9" grpId="0" animBg="1"/>
      <p:bldP spid="28" grpId="0" animBg="1"/>
      <p:bldP spid="30" grpId="0" animBg="1"/>
      <p:bldP spid="31" grpId="0" animBg="1"/>
      <p:bldP spid="10" grpId="0" animBg="1"/>
      <p:bldP spid="32" grpId="0" animBg="1"/>
      <p:bldP spid="34" grpId="0" animBg="1"/>
      <p:bldP spid="35" grpId="0" animBg="1"/>
      <p:bldP spid="11" grpId="0" animBg="1"/>
      <p:bldP spid="36" grpId="0" animBg="1"/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33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13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135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136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Section kicker 137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38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3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5" name="Level card 1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Seedling 141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7" name="Level points 142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8" name="Level name 143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9" name="Level items 144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0" name="Level card 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1" name="Icon FaMedal 146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2" name="Level points 147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3" name="Level name 148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4" name="Level items 149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5" name="Level card 15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Icon FaCrown 151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7" name="Level points 152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8" name="Level name 153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9" name="Level items 154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5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5" name="Subtitle 15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6" name="Kit tile 1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Qrcode 1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8" name="Icon FaQrcode 159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9" name="Kit label 160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10" name="Kit tile 1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Whatsapp 162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2" name="Kit label 163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3" name="Kit tile 16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Instagram 165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5" name="Kit label 166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6" name="Kit tile 16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Video 168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8" name="Kit label 169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9" name="Kit tile 17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0" name="Icon FaEnvelopeOpenText 171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1" name="Kit label 172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2" name="Kit tile 17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3" name="Icon FaBookOpen 174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4" name="Kit label 175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5" name="Kit tile 176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6" name="Icon FaCommentDots 177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7" name="Kit label 178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8" name="Kit tile 179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9" name="Icon FaCalendarDays 180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30" name="Kit label 181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  <p:bldP spid="24" grpId="0" animBg="1"/>
      <p:bldP spid="27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8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5" name="Recognition card 1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Star 184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7" name="Recognition title 185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8" name="Icon FaBullhorn 186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9" name="Recognition item 187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0" name="Icon FaInstagram 188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1" name="Recognition item 189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2" name="Icon FaMugHot 190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3" name="Recognition item 191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4" name="Recognition card 19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Trophy 19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6" name="Icon FaTrophy 194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7" name="Recognition title 195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8" name="Icon FaBullhorn 196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9" name="Recognition item 197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20" name="Icon FaStar 198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1" name="Recognition item 199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2" name="Icon FaNewspaper 200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3" name="Recognition item 201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20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204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205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Section kicker 206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207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0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5" name="Subtitle 209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6" name="Campus photo 21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7" name="Vive row 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8" name="Icon FaChalkboardUser 212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9" name="Vive item 213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10" name="Vive row 2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BuildingColumns 215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2" name="Vive item 216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3" name="Vive row 2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Comments 218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5" name="Vive item 219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6" name="Vive row 22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Flask 221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8" name="Vive item 222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9" name="Vive row 22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0" name="Icon FaHandshake 224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1" name="Vive item 225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2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5" name="Intro 227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6" name="Program card 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Link 229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8" name="Program text 230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9" name="Bonus card 23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Bonus title 232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1" name="Bonus row label 233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2" name="Bonus row amount 234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3" name="Bonus row label 235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4" name="Bonus row amount 236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5" name="Bonus row label 237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6" name="Bonus row amount 238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7" name="Belonging card 2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8" name="Belonging title 240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9" name="Belonging items 241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20" name="Bonus note card 24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1" name="Bonus note outline 243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2" name="Icon FaCircleInfo 244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3" name="Bonus note 245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4" name="Flyer frame 24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Current flyer 247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6" name="Current tag 248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3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4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tu código a su lugar en Westhill</a:t>
            </a:r>
            <a:endParaRPr lang="en-US" sz="3000" dirty="0"/>
          </a:p>
        </p:txBody>
      </p:sp>
      <p:sp>
        <p:nvSpPr>
          <p:cNvPr id="5" name="Subtitle 25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Así genera cada embajador su código y envía su invitación</a:t>
            </a:r>
            <a:endParaRPr lang="en-US" sz="1600" dirty="0"/>
          </a:p>
        </p:txBody>
      </p:sp>
      <p:pic>
        <p:nvPicPr>
          <p:cNvPr id="6" name="Process card 2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28346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Process number 252"/>
          <p:cNvSpPr txBox="1"/>
          <p:nvPr/>
        </p:nvSpPr>
        <p:spPr>
          <a:xfrm>
            <a:off x="713232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Process step 253"/>
          <p:cNvSpPr txBox="1"/>
          <p:nvPr/>
        </p:nvSpPr>
        <p:spPr>
          <a:xfrm>
            <a:off x="1225296" y="2414016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tu código</a:t>
            </a:r>
            <a:endParaRPr lang="en-US" sz="1350" dirty="0"/>
          </a:p>
        </p:txBody>
      </p:sp>
      <p:sp>
        <p:nvSpPr>
          <p:cNvPr id="9" name="Process detail 254"/>
          <p:cNvSpPr txBox="1"/>
          <p:nvPr/>
        </p:nvSpPr>
        <p:spPr>
          <a:xfrm>
            <a:off x="1225296" y="272491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Saca tu link y recibe tu pase</a:t>
            </a:r>
            <a:endParaRPr lang="en-US" sz="1100" dirty="0"/>
          </a:p>
        </p:txBody>
      </p:sp>
      <p:pic>
        <p:nvPicPr>
          <p:cNvPr id="10" name="Process screenshot 255" descr="Genera tu códi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94" y="3154680"/>
            <a:ext cx="2451931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1" name="Process screenshot 256" descr="Genera tu códi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62" y="4773168"/>
            <a:ext cx="2130796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2" name="Icon FaChevronRight 257" descr="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4151376"/>
            <a:ext cx="384048" cy="384048"/>
          </a:xfrm>
          <a:prstGeom prst="rect">
            <a:avLst/>
          </a:prstGeom>
        </p:spPr>
      </p:pic>
      <p:pic>
        <p:nvPicPr>
          <p:cNvPr id="13" name="Process card 2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4" name="Process number 259"/>
          <p:cNvSpPr txBox="1"/>
          <p:nvPr/>
        </p:nvSpPr>
        <p:spPr>
          <a:xfrm>
            <a:off x="3694176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Process step 260"/>
          <p:cNvSpPr txBox="1"/>
          <p:nvPr/>
        </p:nvSpPr>
        <p:spPr>
          <a:xfrm>
            <a:off x="4206240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Envía tu invitación</a:t>
            </a:r>
            <a:endParaRPr lang="en-US" sz="1350" dirty="0"/>
          </a:p>
        </p:txBody>
      </p:sp>
      <p:sp>
        <p:nvSpPr>
          <p:cNvPr id="16" name="Process detail 261"/>
          <p:cNvSpPr txBox="1"/>
          <p:nvPr/>
        </p:nvSpPr>
        <p:spPr>
          <a:xfrm>
            <a:off x="4206240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 invitado abre el sobre</a:t>
            </a:r>
            <a:endParaRPr lang="en-US" sz="1100" dirty="0"/>
          </a:p>
        </p:txBody>
      </p:sp>
      <p:pic>
        <p:nvPicPr>
          <p:cNvPr id="17" name="Process screenshot 262" descr="Envía tu invitació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3767288"/>
            <a:ext cx="2331720" cy="188374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8" name="Icon FaChevronRight 263" descr="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4151376"/>
            <a:ext cx="384048" cy="384048"/>
          </a:xfrm>
          <a:prstGeom prst="rect">
            <a:avLst/>
          </a:prstGeom>
        </p:spPr>
      </p:pic>
      <p:pic>
        <p:nvPicPr>
          <p:cNvPr id="19" name="Process card 26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0" name="Process number 265"/>
          <p:cNvSpPr txBox="1"/>
          <p:nvPr/>
        </p:nvSpPr>
        <p:spPr>
          <a:xfrm>
            <a:off x="6446520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Process step 266"/>
          <p:cNvSpPr txBox="1"/>
          <p:nvPr/>
        </p:nvSpPr>
        <p:spPr>
          <a:xfrm>
            <a:off x="6958584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Confirma su lugar</a:t>
            </a:r>
            <a:endParaRPr lang="en-US" sz="1350" dirty="0"/>
          </a:p>
        </p:txBody>
      </p:sp>
      <p:sp>
        <p:nvSpPr>
          <p:cNvPr id="22" name="Process detail 267"/>
          <p:cNvSpPr txBox="1"/>
          <p:nvPr/>
        </p:nvSpPr>
        <p:spPr>
          <a:xfrm>
            <a:off x="6958584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Llena el formulario</a:t>
            </a:r>
            <a:endParaRPr lang="en-US" sz="1100" dirty="0"/>
          </a:p>
        </p:txBody>
      </p:sp>
      <p:pic>
        <p:nvPicPr>
          <p:cNvPr id="23" name="Process screenshot 268" descr="Confirma su lug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7255" y="3154680"/>
            <a:ext cx="2075385" cy="3108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24" name="Icon FaChevronRight 269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9096" y="4151376"/>
            <a:ext cx="384048" cy="384048"/>
          </a:xfrm>
          <a:prstGeom prst="rect">
            <a:avLst/>
          </a:prstGeom>
        </p:spPr>
      </p:pic>
      <p:pic>
        <p:nvPicPr>
          <p:cNvPr id="25" name="Process card 27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72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6" name="Process number 271"/>
          <p:cNvSpPr txBox="1"/>
          <p:nvPr/>
        </p:nvSpPr>
        <p:spPr>
          <a:xfrm>
            <a:off x="9198864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Process step 272"/>
          <p:cNvSpPr txBox="1"/>
          <p:nvPr/>
        </p:nvSpPr>
        <p:spPr>
          <a:xfrm>
            <a:off x="9710928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¡Proceso completo!</a:t>
            </a:r>
            <a:endParaRPr lang="en-US" sz="1350" dirty="0"/>
          </a:p>
        </p:txBody>
      </p:sp>
      <p:sp>
        <p:nvSpPr>
          <p:cNvPr id="28" name="Process detail 273"/>
          <p:cNvSpPr txBox="1"/>
          <p:nvPr/>
        </p:nvSpPr>
        <p:spPr>
          <a:xfrm>
            <a:off x="9710928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Llega a Admisiones</a:t>
            </a:r>
            <a:endParaRPr lang="en-US" sz="1100" dirty="0"/>
          </a:p>
        </p:txBody>
      </p:sp>
      <p:pic>
        <p:nvPicPr>
          <p:cNvPr id="29" name="Process screenshot 274" descr="¡Proceso completo!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432" y="3546442"/>
            <a:ext cx="2331720" cy="232543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4" grpId="0" animBg="1"/>
      <p:bldP spid="15" grpId="0" animBg="1"/>
      <p:bldP spid="16" grpId="0" animBg="1"/>
      <p:bldP spid="20" grpId="0" animBg="1"/>
      <p:bldP spid="21" grpId="0" animBg="1"/>
      <p:bldP spid="22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7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Tablero de control de Admisiones</a:t>
            </a:r>
            <a:endParaRPr lang="en-US" sz="3000" dirty="0"/>
          </a:p>
        </p:txBody>
      </p:sp>
      <p:sp>
        <p:nvSpPr>
          <p:cNvPr id="5" name="Subtitle 27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actualiza solo con cada registro nuevo</a:t>
            </a:r>
            <a:endParaRPr lang="en-US" sz="1600" dirty="0"/>
          </a:p>
        </p:txBody>
      </p:sp>
      <p:pic>
        <p:nvPicPr>
          <p:cNvPr id="6" name="Dashboard screenshot frame 2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4983480" cy="397394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Dashboard screenshot 278" descr="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41448"/>
            <a:ext cx="4764024" cy="3754493"/>
          </a:xfrm>
          <a:prstGeom prst="rect">
            <a:avLst/>
          </a:prstGeom>
        </p:spPr>
      </p:pic>
      <p:pic>
        <p:nvPicPr>
          <p:cNvPr id="8" name="Rankings screenshot frame 2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331720"/>
            <a:ext cx="5882335" cy="176021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Rankings screenshot 280" descr="Rankings screens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441448"/>
            <a:ext cx="5662879" cy="1540763"/>
          </a:xfrm>
          <a:prstGeom prst="rect">
            <a:avLst/>
          </a:prstGeom>
        </p:spPr>
      </p:pic>
      <p:pic>
        <p:nvPicPr>
          <p:cNvPr id="10" name="Dashboard note 28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27481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ChartLine 282" descr="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370069"/>
            <a:ext cx="457200" cy="457200"/>
          </a:xfrm>
          <a:prstGeom prst="rect">
            <a:avLst/>
          </a:prstGeom>
        </p:spPr>
      </p:pic>
      <p:sp>
        <p:nvSpPr>
          <p:cNvPr id="12" name="Dashboard note text 283"/>
          <p:cNvSpPr txBox="1"/>
          <p:nvPr/>
        </p:nvSpPr>
        <p:spPr>
          <a:xfrm>
            <a:off x="6537960" y="432053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Indicadores al momento: registros totales, referidores, registros de hoy y últimos 7 días.</a:t>
            </a:r>
            <a:endParaRPr lang="en-US" sz="1300" dirty="0"/>
          </a:p>
        </p:txBody>
      </p:sp>
      <p:pic>
        <p:nvPicPr>
          <p:cNvPr id="13" name="Dashboard note 28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501395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Icon FaRankingStar 285" descr="Ranking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5109210"/>
            <a:ext cx="457200" cy="457200"/>
          </a:xfrm>
          <a:prstGeom prst="rect">
            <a:avLst/>
          </a:prstGeom>
        </p:spPr>
      </p:pic>
      <p:sp>
        <p:nvSpPr>
          <p:cNvPr id="15" name="Dashboard note text 286"/>
          <p:cNvSpPr txBox="1"/>
          <p:nvPr/>
        </p:nvSpPr>
        <p:spPr>
          <a:xfrm>
            <a:off x="6537960" y="505967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de referidores para reconocer a los embajadores más activos.</a:t>
            </a:r>
            <a:endParaRPr lang="en-US" sz="1300" dirty="0"/>
          </a:p>
        </p:txBody>
      </p:sp>
      <p:pic>
        <p:nvPicPr>
          <p:cNvPr id="16" name="Dashboard note 28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5753100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ListCheck 288" descr="List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0" y="5848350"/>
            <a:ext cx="457200" cy="457200"/>
          </a:xfrm>
          <a:prstGeom prst="rect">
            <a:avLst/>
          </a:prstGeom>
        </p:spPr>
      </p:pic>
      <p:sp>
        <p:nvSpPr>
          <p:cNvPr id="18" name="Dashboard note text 289"/>
          <p:cNvSpPr txBox="1"/>
          <p:nvPr/>
        </p:nvSpPr>
        <p:spPr>
          <a:xfrm>
            <a:off x="6537960" y="5798820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por nivel, por día y los últimos invitados con quién los refirió.</a:t>
            </a:r>
            <a:endParaRPr lang="en-US" sz="13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9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datos de referidos</a:t>
            </a:r>
            <a:endParaRPr lang="en-US" sz="3000" dirty="0"/>
          </a:p>
        </p:txBody>
      </p:sp>
      <p:sp>
        <p:nvSpPr>
          <p:cNvPr id="5" name="Subtitle 291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registro queda vinculado al código del embajador que lo invitó</a:t>
            </a:r>
            <a:endParaRPr lang="en-US" sz="1600" dirty="0"/>
          </a:p>
        </p:txBody>
      </p:sp>
      <p:pic>
        <p:nvPicPr>
          <p:cNvPr id="6" name="Referidores card 2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3977640" cy="2057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Sheet tag 293"/>
          <p:cNvSpPr txBox="1"/>
          <p:nvPr/>
        </p:nvSpPr>
        <p:spPr>
          <a:xfrm>
            <a:off x="731520" y="2487168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REFERIDORES</a:t>
            </a:r>
            <a:endParaRPr lang="en-US" sz="1000" dirty="0"/>
          </a:p>
        </p:txBody>
      </p:sp>
      <p:sp>
        <p:nvSpPr>
          <p:cNvPr id="8" name="Referidores text 294"/>
          <p:cNvSpPr txBox="1"/>
          <p:nvPr/>
        </p:nvSpPr>
        <p:spPr>
          <a:xfrm>
            <a:off x="731520" y="2852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embajador registrado con su código único, correo y teléfono.</a:t>
            </a:r>
            <a:endParaRPr lang="en-US" sz="1250" dirty="0"/>
          </a:p>
        </p:txBody>
      </p:sp>
      <p:pic>
        <p:nvPicPr>
          <p:cNvPr id="9" name="Referidores screenshot 295" descr="Hoja Referidor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54439"/>
            <a:ext cx="3611880" cy="87008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4000"/>
              </a:srgbClr>
            </a:outerShdw>
          </a:effectLst>
        </p:spPr>
      </p:pic>
      <p:pic>
        <p:nvPicPr>
          <p:cNvPr id="10" name="Referidos card 29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53712"/>
            <a:ext cx="3977640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1" name="Sheet tag 297"/>
          <p:cNvSpPr txBox="1"/>
          <p:nvPr/>
        </p:nvSpPr>
        <p:spPr>
          <a:xfrm>
            <a:off x="731520" y="4690872"/>
            <a:ext cx="18288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REFERIDOS</a:t>
            </a:r>
            <a:endParaRPr lang="en-US" sz="1000" dirty="0"/>
          </a:p>
        </p:txBody>
      </p:sp>
      <p:sp>
        <p:nvSpPr>
          <p:cNvPr id="12" name="Referidos text 298"/>
          <p:cNvSpPr txBox="1"/>
          <p:nvPr/>
        </p:nvSpPr>
        <p:spPr>
          <a:xfrm>
            <a:off x="731520" y="5029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invitado con quién lo refirió, nivel y programa de interés.</a:t>
            </a:r>
            <a:endParaRPr lang="en-US" sz="1200" dirty="0"/>
          </a:p>
        </p:txBody>
      </p:sp>
      <p:pic>
        <p:nvPicPr>
          <p:cNvPr id="13" name="Referidos screenshot frame 2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31720"/>
            <a:ext cx="6888175" cy="303749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Referidos screenshot 300" descr="Referidos screens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441448"/>
            <a:ext cx="6668719" cy="2818041"/>
          </a:xfrm>
          <a:prstGeom prst="rect">
            <a:avLst/>
          </a:prstGeom>
        </p:spPr>
      </p:pic>
      <p:pic>
        <p:nvPicPr>
          <p:cNvPr id="15" name="Sample data note 30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32704"/>
            <a:ext cx="11094415" cy="502920"/>
          </a:xfrm>
          <a:prstGeom prst="rect">
            <a:avLst/>
          </a:prstGeom>
        </p:spPr>
      </p:pic>
      <p:pic>
        <p:nvPicPr>
          <p:cNvPr id="16" name="Icon FaCircleInfo 302" descr="CircleInf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705856"/>
            <a:ext cx="356616" cy="356616"/>
          </a:xfrm>
          <a:prstGeom prst="rect">
            <a:avLst/>
          </a:prstGeom>
        </p:spPr>
      </p:pic>
      <p:sp>
        <p:nvSpPr>
          <p:cNvPr id="17" name="Sample data note text 303"/>
          <p:cNvSpPr txBox="1"/>
          <p:nvPr/>
        </p:nvSpPr>
        <p:spPr>
          <a:xfrm>
            <a:off x="1170432" y="5632704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de ejemplo para mostrar cómo se verá la información que recibe Admisiones.</a:t>
            </a:r>
            <a:endParaRPr lang="en-US" sz="12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3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3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losing hashtag 307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7" name="Closing subtitle 308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8" name="Closing date 309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2027</a:t>
            </a:r>
            <a:endParaRPr lang="en-US" sz="1700" dirty="0"/>
          </a:p>
        </p:txBody>
      </p:sp>
      <p:sp>
        <p:nvSpPr>
          <p:cNvPr id="9" name="Handle 310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Embajadores Westhill 2.0 · Enero 2027</dc:title>
  <dc:subject>PptxGenJS Presentation</dc:subject>
  <dc:creator>Universidad Westhill</dc:creator>
  <cp:lastModifiedBy>Universidad Westhill</cp:lastModifiedBy>
  <cp:revision>1</cp:revision>
  <dcterms:created xsi:type="dcterms:W3CDTF">2026-10-08T17:51:55Z</dcterms:created>
  <dcterms:modified xsi:type="dcterms:W3CDTF">2026-10-08T17:51:55Z</dcterms:modified>
</cp:coreProperties>
</file>