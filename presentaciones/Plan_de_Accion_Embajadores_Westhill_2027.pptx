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b0d1398-95fa-9b6b-9055-954e2b3e370c}">
          <p14:sldIdLst>
            <p14:sldId id="256"/>
          </p14:sldIdLst>
        </p14:section>
        <p14:section name="Programa" id="{3783d2fa-90ef-6779-65e8-1c558533ad66}">
          <p14:sldIdLst>
            <p14:sldId id="257"/>
            <p14:sldId id="258"/>
            <p14:sldId id="259"/>
          </p14:sldIdLst>
        </p14:section>
        <p14:section name="Mecánica" id="{b0f02472-ecc1-c216-ddc9-e10f52cb31de}">
          <p14:sldIdLst>
            <p14:sldId id="260"/>
            <p14:sldId id="261"/>
            <p14:sldId id="262"/>
            <p14:sldId id="263"/>
          </p14:sldIdLst>
        </p14:section>
        <p14:section name="Niveles y beneficios" id="{3499abd9-ff06-7d4e-fccf-0918a5680ba2}">
          <p14:sldIdLst>
            <p14:sldId id="264"/>
            <p14:sldId id="265"/>
            <p14:sldId id="266"/>
            <p14:sldId id="267"/>
          </p14:sldIdLst>
        </p14:section>
        <p14:section name="Iniciativas" id="{5cfa0841-a2e0-20d0-e332-f4e8dedb129a}">
          <p14:sldIdLst>
            <p14:sldId id="268"/>
            <p14:sldId id="269"/>
            <p14:sldId id="270"/>
          </p14:sldIdLst>
        </p14:section>
        <p14:section name="Cierre" id="{7ae5305d-ef17-bd13-8190-bf17c97dae9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813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36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 ·  EMBAJADORES WESTHILL 2.0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800" dirty="0"/>
          </a:p>
        </p:txBody>
      </p:sp>
      <p:sp>
        <p:nvSpPr>
          <p:cNvPr id="6" name="Cover month 5"/>
          <p:cNvSpPr txBox="1"/>
          <p:nvPr/>
        </p:nvSpPr>
        <p:spPr>
          <a:xfrm>
            <a:off x="41148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3400" dirty="0"/>
          </a:p>
        </p:txBody>
      </p:sp>
      <p:sp>
        <p:nvSpPr>
          <p:cNvPr id="7" name="Cover year 6"/>
          <p:cNvSpPr txBox="1"/>
          <p:nvPr/>
        </p:nvSpPr>
        <p:spPr>
          <a:xfrm>
            <a:off x="411480" y="3657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4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4"/>
          <p:cNvSpPr txBox="1"/>
          <p:nvPr/>
        </p:nvSpPr>
        <p:spPr>
          <a:xfrm>
            <a:off x="548640" y="2458720"/>
            <a:ext cx="6035040" cy="130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1120"/>
            <a:ext cx="6035040" cy="25196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911600"/>
            <a:ext cx="1645920" cy="1645920"/>
          </a:xfrm>
          <a:prstGeom prst="rect">
            <a:avLst/>
          </a:prstGeom>
        </p:spPr>
      </p:pic>
      <p:pic>
        <p:nvPicPr>
          <p:cNvPr id="7" name="Icon FaBullseye 17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24960"/>
            <a:ext cx="731520" cy="731520"/>
          </a:xfrm>
          <a:prstGeom prst="rect">
            <a:avLst/>
          </a:prstGeom>
        </p:spPr>
      </p:pic>
      <p:sp>
        <p:nvSpPr>
          <p:cNvPr id="8" name="Objective label 18"/>
          <p:cNvSpPr txBox="1"/>
          <p:nvPr/>
        </p:nvSpPr>
        <p:spPr>
          <a:xfrm>
            <a:off x="1828800" y="4165600"/>
            <a:ext cx="365760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9"/>
          <p:cNvSpPr txBox="1"/>
          <p:nvPr/>
        </p:nvSpPr>
        <p:spPr>
          <a:xfrm>
            <a:off x="914400" y="4978400"/>
            <a:ext cx="5303520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458720"/>
            <a:ext cx="4690872" cy="39420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21"/>
          <p:cNvSpPr txBox="1"/>
          <p:nvPr/>
        </p:nvSpPr>
        <p:spPr>
          <a:xfrm>
            <a:off x="7269480" y="2621280"/>
            <a:ext cx="420624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2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3202432"/>
            <a:ext cx="512064" cy="512064"/>
          </a:xfrm>
          <a:prstGeom prst="rect">
            <a:avLst/>
          </a:prstGeom>
        </p:spPr>
      </p:pic>
      <p:sp>
        <p:nvSpPr>
          <p:cNvPr id="13" name="Why item 23"/>
          <p:cNvSpPr txBox="1"/>
          <p:nvPr/>
        </p:nvSpPr>
        <p:spPr>
          <a:xfrm>
            <a:off x="7955280" y="3230880"/>
            <a:ext cx="3520440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4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820160"/>
            <a:ext cx="512064" cy="512064"/>
          </a:xfrm>
          <a:prstGeom prst="rect">
            <a:avLst/>
          </a:prstGeom>
        </p:spPr>
      </p:pic>
      <p:sp>
        <p:nvSpPr>
          <p:cNvPr id="15" name="Why item 25"/>
          <p:cNvSpPr txBox="1"/>
          <p:nvPr/>
        </p:nvSpPr>
        <p:spPr>
          <a:xfrm>
            <a:off x="7955280" y="3848608"/>
            <a:ext cx="3520440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6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437888"/>
            <a:ext cx="512064" cy="512064"/>
          </a:xfrm>
          <a:prstGeom prst="rect">
            <a:avLst/>
          </a:prstGeom>
        </p:spPr>
      </p:pic>
      <p:sp>
        <p:nvSpPr>
          <p:cNvPr id="17" name="Why item 27"/>
          <p:cNvSpPr txBox="1"/>
          <p:nvPr/>
        </p:nvSpPr>
        <p:spPr>
          <a:xfrm>
            <a:off x="7955280" y="4466336"/>
            <a:ext cx="3520440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8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5055616"/>
            <a:ext cx="512064" cy="512064"/>
          </a:xfrm>
          <a:prstGeom prst="rect">
            <a:avLst/>
          </a:prstGeom>
        </p:spPr>
      </p:pic>
      <p:sp>
        <p:nvSpPr>
          <p:cNvPr id="19" name="Why item 29"/>
          <p:cNvSpPr txBox="1"/>
          <p:nvPr/>
        </p:nvSpPr>
        <p:spPr>
          <a:xfrm>
            <a:off x="7955280" y="5084064"/>
            <a:ext cx="3520440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30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73344"/>
            <a:ext cx="512064" cy="512064"/>
          </a:xfrm>
          <a:prstGeom prst="rect">
            <a:avLst/>
          </a:prstGeom>
        </p:spPr>
      </p:pic>
      <p:sp>
        <p:nvSpPr>
          <p:cNvPr id="21" name="Why item 31"/>
          <p:cNvSpPr txBox="1"/>
          <p:nvPr/>
        </p:nvSpPr>
        <p:spPr>
          <a:xfrm>
            <a:off x="7955280" y="5701792"/>
            <a:ext cx="3520440" cy="455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2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18080"/>
            <a:ext cx="3511296" cy="40233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4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56840"/>
            <a:ext cx="822960" cy="822960"/>
          </a:xfrm>
          <a:prstGeom prst="rect">
            <a:avLst/>
          </a:prstGeom>
        </p:spPr>
      </p:pic>
      <p:sp>
        <p:nvSpPr>
          <p:cNvPr id="6" name="Profile kicker 35"/>
          <p:cNvSpPr txBox="1"/>
          <p:nvPr/>
        </p:nvSpPr>
        <p:spPr>
          <a:xfrm>
            <a:off x="868680" y="3596640"/>
            <a:ext cx="2871216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6"/>
          <p:cNvSpPr txBox="1"/>
          <p:nvPr/>
        </p:nvSpPr>
        <p:spPr>
          <a:xfrm>
            <a:off x="868680" y="3840480"/>
            <a:ext cx="287121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7"/>
          <p:cNvSpPr txBox="1"/>
          <p:nvPr/>
        </p:nvSpPr>
        <p:spPr>
          <a:xfrm>
            <a:off x="868680" y="4450080"/>
            <a:ext cx="2962656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418080"/>
            <a:ext cx="3511296" cy="40233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9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656840"/>
            <a:ext cx="822960" cy="822960"/>
          </a:xfrm>
          <a:prstGeom prst="rect">
            <a:avLst/>
          </a:prstGeom>
        </p:spPr>
      </p:pic>
      <p:sp>
        <p:nvSpPr>
          <p:cNvPr id="11" name="Profile kicker 40"/>
          <p:cNvSpPr txBox="1"/>
          <p:nvPr/>
        </p:nvSpPr>
        <p:spPr>
          <a:xfrm>
            <a:off x="4681728" y="3596640"/>
            <a:ext cx="2871216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41"/>
          <p:cNvSpPr txBox="1"/>
          <p:nvPr/>
        </p:nvSpPr>
        <p:spPr>
          <a:xfrm>
            <a:off x="4681728" y="3840480"/>
            <a:ext cx="287121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2"/>
          <p:cNvSpPr txBox="1"/>
          <p:nvPr/>
        </p:nvSpPr>
        <p:spPr>
          <a:xfrm>
            <a:off x="4681728" y="4450080"/>
            <a:ext cx="2962656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418080"/>
            <a:ext cx="3511296" cy="40233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99380"/>
            <a:ext cx="1143000" cy="1143000"/>
          </a:xfrm>
          <a:prstGeom prst="rect">
            <a:avLst/>
          </a:prstGeom>
        </p:spPr>
      </p:pic>
      <p:pic>
        <p:nvPicPr>
          <p:cNvPr id="16" name="Icon FaCrown 45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656840"/>
            <a:ext cx="822960" cy="822960"/>
          </a:xfrm>
          <a:prstGeom prst="rect">
            <a:avLst/>
          </a:prstGeom>
        </p:spPr>
      </p:pic>
      <p:sp>
        <p:nvSpPr>
          <p:cNvPr id="17" name="Highlight tag 46"/>
          <p:cNvSpPr txBox="1"/>
          <p:nvPr/>
        </p:nvSpPr>
        <p:spPr>
          <a:xfrm>
            <a:off x="10085832" y="2824480"/>
            <a:ext cx="1280160" cy="292608"/>
          </a:xfrm>
          <a:prstGeom prst="roundRect">
            <a:avLst>
              <a:gd name="adj" fmla="val 5625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7"/>
          <p:cNvSpPr txBox="1"/>
          <p:nvPr/>
        </p:nvSpPr>
        <p:spPr>
          <a:xfrm>
            <a:off x="8494776" y="3596640"/>
            <a:ext cx="2871216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8"/>
          <p:cNvSpPr txBox="1"/>
          <p:nvPr/>
        </p:nvSpPr>
        <p:spPr>
          <a:xfrm>
            <a:off x="8494776" y="3840480"/>
            <a:ext cx="287121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9"/>
          <p:cNvSpPr txBox="1"/>
          <p:nvPr/>
        </p:nvSpPr>
        <p:spPr>
          <a:xfrm>
            <a:off x="8494776" y="4450080"/>
            <a:ext cx="2962656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2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3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4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5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6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40000"/>
            <a:ext cx="2514600" cy="36576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8"/>
          <p:cNvSpPr txBox="1"/>
          <p:nvPr/>
        </p:nvSpPr>
        <p:spPr>
          <a:xfrm>
            <a:off x="822960" y="2783840"/>
            <a:ext cx="11887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9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738120"/>
            <a:ext cx="822960" cy="822960"/>
          </a:xfrm>
          <a:prstGeom prst="rect">
            <a:avLst/>
          </a:prstGeom>
        </p:spPr>
      </p:pic>
      <p:sp>
        <p:nvSpPr>
          <p:cNvPr id="7" name="Step head 60"/>
          <p:cNvSpPr txBox="1"/>
          <p:nvPr/>
        </p:nvSpPr>
        <p:spPr>
          <a:xfrm>
            <a:off x="822960" y="38404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61"/>
          <p:cNvSpPr txBox="1"/>
          <p:nvPr/>
        </p:nvSpPr>
        <p:spPr>
          <a:xfrm>
            <a:off x="822960" y="4653280"/>
            <a:ext cx="2057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946144"/>
            <a:ext cx="438912" cy="438912"/>
          </a:xfrm>
          <a:prstGeom prst="rect">
            <a:avLst/>
          </a:prstGeom>
        </p:spPr>
      </p:pic>
      <p:pic>
        <p:nvPicPr>
          <p:cNvPr id="10" name="Step card 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540000"/>
            <a:ext cx="2514600" cy="36576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4"/>
          <p:cNvSpPr txBox="1"/>
          <p:nvPr/>
        </p:nvSpPr>
        <p:spPr>
          <a:xfrm>
            <a:off x="3657600" y="2783840"/>
            <a:ext cx="11887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5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738120"/>
            <a:ext cx="822960" cy="822960"/>
          </a:xfrm>
          <a:prstGeom prst="rect">
            <a:avLst/>
          </a:prstGeom>
        </p:spPr>
      </p:pic>
      <p:sp>
        <p:nvSpPr>
          <p:cNvPr id="13" name="Step head 66"/>
          <p:cNvSpPr txBox="1"/>
          <p:nvPr/>
        </p:nvSpPr>
        <p:spPr>
          <a:xfrm>
            <a:off x="3657600" y="38404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7"/>
          <p:cNvSpPr txBox="1"/>
          <p:nvPr/>
        </p:nvSpPr>
        <p:spPr>
          <a:xfrm>
            <a:off x="3657600" y="4653280"/>
            <a:ext cx="2057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8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946144"/>
            <a:ext cx="438912" cy="438912"/>
          </a:xfrm>
          <a:prstGeom prst="rect">
            <a:avLst/>
          </a:prstGeom>
        </p:spPr>
      </p:pic>
      <p:pic>
        <p:nvPicPr>
          <p:cNvPr id="16" name="Step card 6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540000"/>
            <a:ext cx="2514600" cy="36576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7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5041900"/>
            <a:ext cx="1051560" cy="1051560"/>
          </a:xfrm>
          <a:prstGeom prst="rect">
            <a:avLst/>
          </a:prstGeom>
        </p:spPr>
      </p:pic>
      <p:sp>
        <p:nvSpPr>
          <p:cNvPr id="18" name="Step number 71"/>
          <p:cNvSpPr txBox="1"/>
          <p:nvPr/>
        </p:nvSpPr>
        <p:spPr>
          <a:xfrm>
            <a:off x="6492240" y="2783840"/>
            <a:ext cx="11887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2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738120"/>
            <a:ext cx="822960" cy="822960"/>
          </a:xfrm>
          <a:prstGeom prst="rect">
            <a:avLst/>
          </a:prstGeom>
        </p:spPr>
      </p:pic>
      <p:sp>
        <p:nvSpPr>
          <p:cNvPr id="20" name="Step head 73"/>
          <p:cNvSpPr txBox="1"/>
          <p:nvPr/>
        </p:nvSpPr>
        <p:spPr>
          <a:xfrm>
            <a:off x="6492240" y="38404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4"/>
          <p:cNvSpPr txBox="1"/>
          <p:nvPr/>
        </p:nvSpPr>
        <p:spPr>
          <a:xfrm>
            <a:off x="6492240" y="4653280"/>
            <a:ext cx="2057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5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946144"/>
            <a:ext cx="438912" cy="438912"/>
          </a:xfrm>
          <a:prstGeom prst="rect">
            <a:avLst/>
          </a:prstGeom>
        </p:spPr>
      </p:pic>
      <p:pic>
        <p:nvPicPr>
          <p:cNvPr id="23" name="Step card 7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540000"/>
            <a:ext cx="2514600" cy="36576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7"/>
          <p:cNvSpPr txBox="1"/>
          <p:nvPr/>
        </p:nvSpPr>
        <p:spPr>
          <a:xfrm>
            <a:off x="9326880" y="2783840"/>
            <a:ext cx="11887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8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738120"/>
            <a:ext cx="822960" cy="822960"/>
          </a:xfrm>
          <a:prstGeom prst="rect">
            <a:avLst/>
          </a:prstGeom>
        </p:spPr>
      </p:pic>
      <p:sp>
        <p:nvSpPr>
          <p:cNvPr id="26" name="Step head 79"/>
          <p:cNvSpPr txBox="1"/>
          <p:nvPr/>
        </p:nvSpPr>
        <p:spPr>
          <a:xfrm>
            <a:off x="9326880" y="38404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80"/>
          <p:cNvSpPr txBox="1"/>
          <p:nvPr/>
        </p:nvSpPr>
        <p:spPr>
          <a:xfrm>
            <a:off x="9326880" y="4653280"/>
            <a:ext cx="2057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2362054"/>
            <a:ext cx="6894576" cy="341562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54368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3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62054"/>
            <a:ext cx="4007815" cy="341562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5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515343"/>
            <a:ext cx="685800" cy="685800"/>
          </a:xfrm>
          <a:prstGeom prst="rect">
            <a:avLst/>
          </a:prstGeom>
        </p:spPr>
      </p:pic>
      <p:sp>
        <p:nvSpPr>
          <p:cNvPr id="8" name="Bonus label 86"/>
          <p:cNvSpPr txBox="1"/>
          <p:nvPr/>
        </p:nvSpPr>
        <p:spPr>
          <a:xfrm>
            <a:off x="8778240" y="2569761"/>
            <a:ext cx="2727655" cy="576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7"/>
          <p:cNvSpPr txBox="1"/>
          <p:nvPr/>
        </p:nvSpPr>
        <p:spPr>
          <a:xfrm>
            <a:off x="8001000" y="3300582"/>
            <a:ext cx="1920240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8"/>
          <p:cNvSpPr txBox="1"/>
          <p:nvPr/>
        </p:nvSpPr>
        <p:spPr>
          <a:xfrm>
            <a:off x="9921240" y="3300582"/>
            <a:ext cx="1538935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9"/>
          <p:cNvSpPr/>
          <p:nvPr/>
        </p:nvSpPr>
        <p:spPr>
          <a:xfrm>
            <a:off x="8001000" y="3946781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90"/>
          <p:cNvSpPr txBox="1"/>
          <p:nvPr/>
        </p:nvSpPr>
        <p:spPr>
          <a:xfrm>
            <a:off x="8001000" y="4085252"/>
            <a:ext cx="1920240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91"/>
          <p:cNvSpPr txBox="1"/>
          <p:nvPr/>
        </p:nvSpPr>
        <p:spPr>
          <a:xfrm>
            <a:off x="9921240" y="4085252"/>
            <a:ext cx="1538935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754530"/>
            <a:ext cx="3642055" cy="730821"/>
          </a:xfrm>
          <a:prstGeom prst="rect">
            <a:avLst/>
          </a:prstGeom>
        </p:spPr>
      </p:pic>
      <p:sp>
        <p:nvSpPr>
          <p:cNvPr id="15" name="Bonus amount 93"/>
          <p:cNvSpPr txBox="1"/>
          <p:nvPr/>
        </p:nvSpPr>
        <p:spPr>
          <a:xfrm>
            <a:off x="8001000" y="4869923"/>
            <a:ext cx="1920240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4"/>
          <p:cNvSpPr txBox="1"/>
          <p:nvPr/>
        </p:nvSpPr>
        <p:spPr>
          <a:xfrm>
            <a:off x="9921240" y="4869923"/>
            <a:ext cx="1538935" cy="500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69993"/>
            <a:ext cx="11204143" cy="507728"/>
          </a:xfrm>
          <a:prstGeom prst="rect">
            <a:avLst/>
          </a:prstGeom>
        </p:spPr>
      </p:pic>
      <p:sp>
        <p:nvSpPr>
          <p:cNvPr id="18" name="Bonus note outline 96"/>
          <p:cNvSpPr/>
          <p:nvPr/>
        </p:nvSpPr>
        <p:spPr>
          <a:xfrm>
            <a:off x="438912" y="5869993"/>
            <a:ext cx="11204143" cy="507728"/>
          </a:xfrm>
          <a:prstGeom prst="roundRect">
            <a:avLst>
              <a:gd name="adj" fmla="val 2521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31833"/>
            <a:ext cx="384048" cy="384048"/>
          </a:xfrm>
          <a:prstGeom prst="rect">
            <a:avLst/>
          </a:prstGeom>
        </p:spPr>
      </p:pic>
      <p:sp>
        <p:nvSpPr>
          <p:cNvPr id="20" name="Bonus note 98"/>
          <p:cNvSpPr txBox="1"/>
          <p:nvPr/>
        </p:nvSpPr>
        <p:spPr>
          <a:xfrm>
            <a:off x="1152144" y="5900765"/>
            <a:ext cx="10308031" cy="44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9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100"/>
          <p:cNvSpPr txBox="1"/>
          <p:nvPr/>
        </p:nvSpPr>
        <p:spPr>
          <a:xfrm>
            <a:off x="548640" y="23042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101"/>
          <p:cNvSpPr/>
          <p:nvPr/>
        </p:nvSpPr>
        <p:spPr>
          <a:xfrm>
            <a:off x="123444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2"/>
          <p:cNvSpPr/>
          <p:nvPr/>
        </p:nvSpPr>
        <p:spPr>
          <a:xfrm flipV="1">
            <a:off x="288036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3"/>
          <p:cNvSpPr/>
          <p:nvPr/>
        </p:nvSpPr>
        <p:spPr>
          <a:xfrm>
            <a:off x="452628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4"/>
          <p:cNvSpPr/>
          <p:nvPr/>
        </p:nvSpPr>
        <p:spPr>
          <a:xfrm flipV="1">
            <a:off x="617220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5"/>
          <p:cNvSpPr/>
          <p:nvPr/>
        </p:nvSpPr>
        <p:spPr>
          <a:xfrm>
            <a:off x="781812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6"/>
          <p:cNvSpPr/>
          <p:nvPr/>
        </p:nvSpPr>
        <p:spPr>
          <a:xfrm flipV="1">
            <a:off x="9464040" y="3881120"/>
            <a:ext cx="1645920" cy="146304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7"/>
          <p:cNvSpPr/>
          <p:nvPr/>
        </p:nvSpPr>
        <p:spPr>
          <a:xfrm>
            <a:off x="484632" y="3131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8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241040"/>
            <a:ext cx="1280160" cy="1280160"/>
          </a:xfrm>
          <a:prstGeom prst="rect">
            <a:avLst/>
          </a:prstGeom>
        </p:spPr>
      </p:pic>
      <p:sp>
        <p:nvSpPr>
          <p:cNvPr id="13" name="Journey label 109"/>
          <p:cNvSpPr txBox="1"/>
          <p:nvPr/>
        </p:nvSpPr>
        <p:spPr>
          <a:xfrm>
            <a:off x="320040" y="2865120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10"/>
          <p:cNvSpPr txBox="1"/>
          <p:nvPr/>
        </p:nvSpPr>
        <p:spPr>
          <a:xfrm>
            <a:off x="1545336" y="4168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11"/>
          <p:cNvSpPr/>
          <p:nvPr/>
        </p:nvSpPr>
        <p:spPr>
          <a:xfrm>
            <a:off x="2130552" y="459435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704080"/>
            <a:ext cx="1280160" cy="1280160"/>
          </a:xfrm>
          <a:prstGeom prst="rect">
            <a:avLst/>
          </a:prstGeom>
        </p:spPr>
      </p:pic>
      <p:sp>
        <p:nvSpPr>
          <p:cNvPr id="17" name="Journey label 113"/>
          <p:cNvSpPr txBox="1"/>
          <p:nvPr/>
        </p:nvSpPr>
        <p:spPr>
          <a:xfrm>
            <a:off x="1965960" y="6059424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4"/>
          <p:cNvSpPr txBox="1"/>
          <p:nvPr/>
        </p:nvSpPr>
        <p:spPr>
          <a:xfrm>
            <a:off x="3191256" y="46725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5"/>
          <p:cNvSpPr/>
          <p:nvPr/>
        </p:nvSpPr>
        <p:spPr>
          <a:xfrm>
            <a:off x="3776472" y="3131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6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41040"/>
            <a:ext cx="1280160" cy="1280160"/>
          </a:xfrm>
          <a:prstGeom prst="rect">
            <a:avLst/>
          </a:prstGeom>
        </p:spPr>
      </p:pic>
      <p:sp>
        <p:nvSpPr>
          <p:cNvPr id="21" name="Journey label 117"/>
          <p:cNvSpPr txBox="1"/>
          <p:nvPr/>
        </p:nvSpPr>
        <p:spPr>
          <a:xfrm>
            <a:off x="3611880" y="2865120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8"/>
          <p:cNvSpPr txBox="1"/>
          <p:nvPr/>
        </p:nvSpPr>
        <p:spPr>
          <a:xfrm>
            <a:off x="4837176" y="4168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9"/>
          <p:cNvSpPr/>
          <p:nvPr/>
        </p:nvSpPr>
        <p:spPr>
          <a:xfrm>
            <a:off x="5422392" y="459435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20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704080"/>
            <a:ext cx="1280160" cy="1280160"/>
          </a:xfrm>
          <a:prstGeom prst="rect">
            <a:avLst/>
          </a:prstGeom>
        </p:spPr>
      </p:pic>
      <p:sp>
        <p:nvSpPr>
          <p:cNvPr id="25" name="Journey label 121"/>
          <p:cNvSpPr txBox="1"/>
          <p:nvPr/>
        </p:nvSpPr>
        <p:spPr>
          <a:xfrm>
            <a:off x="5257800" y="6059424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2"/>
          <p:cNvSpPr txBox="1"/>
          <p:nvPr/>
        </p:nvSpPr>
        <p:spPr>
          <a:xfrm>
            <a:off x="6483096" y="46725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3"/>
          <p:cNvSpPr/>
          <p:nvPr/>
        </p:nvSpPr>
        <p:spPr>
          <a:xfrm>
            <a:off x="7068312" y="313131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4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241040"/>
            <a:ext cx="1280160" cy="1280160"/>
          </a:xfrm>
          <a:prstGeom prst="rect">
            <a:avLst/>
          </a:prstGeom>
        </p:spPr>
      </p:pic>
      <p:sp>
        <p:nvSpPr>
          <p:cNvPr id="29" name="Journey label 125"/>
          <p:cNvSpPr txBox="1"/>
          <p:nvPr/>
        </p:nvSpPr>
        <p:spPr>
          <a:xfrm>
            <a:off x="6903720" y="2865120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6"/>
          <p:cNvSpPr txBox="1"/>
          <p:nvPr/>
        </p:nvSpPr>
        <p:spPr>
          <a:xfrm>
            <a:off x="8129016" y="416864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7"/>
          <p:cNvSpPr/>
          <p:nvPr/>
        </p:nvSpPr>
        <p:spPr>
          <a:xfrm>
            <a:off x="8714232" y="4594352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8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704080"/>
            <a:ext cx="1280160" cy="1280160"/>
          </a:xfrm>
          <a:prstGeom prst="rect">
            <a:avLst/>
          </a:prstGeom>
        </p:spPr>
      </p:pic>
      <p:sp>
        <p:nvSpPr>
          <p:cNvPr id="33" name="Journey label 129"/>
          <p:cNvSpPr txBox="1"/>
          <p:nvPr/>
        </p:nvSpPr>
        <p:spPr>
          <a:xfrm>
            <a:off x="8549640" y="6059424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30"/>
          <p:cNvSpPr txBox="1"/>
          <p:nvPr/>
        </p:nvSpPr>
        <p:spPr>
          <a:xfrm>
            <a:off x="9774936" y="4672584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31"/>
          <p:cNvSpPr/>
          <p:nvPr/>
        </p:nvSpPr>
        <p:spPr>
          <a:xfrm>
            <a:off x="10360152" y="3131312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2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3241040"/>
            <a:ext cx="1280160" cy="1280160"/>
          </a:xfrm>
          <a:prstGeom prst="rect">
            <a:avLst/>
          </a:prstGeom>
        </p:spPr>
      </p:pic>
      <p:sp>
        <p:nvSpPr>
          <p:cNvPr id="37" name="Journey label 133"/>
          <p:cNvSpPr txBox="1"/>
          <p:nvPr/>
        </p:nvSpPr>
        <p:spPr>
          <a:xfrm>
            <a:off x="10195560" y="2865120"/>
            <a:ext cx="1828800" cy="32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4"/>
          <p:cNvSpPr txBox="1"/>
          <p:nvPr/>
        </p:nvSpPr>
        <p:spPr>
          <a:xfrm>
            <a:off x="11420856" y="41686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4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1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7920"/>
            <a:ext cx="3511296" cy="27228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3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83660"/>
            <a:ext cx="685800" cy="685800"/>
          </a:xfrm>
          <a:prstGeom prst="rect">
            <a:avLst/>
          </a:prstGeom>
        </p:spPr>
      </p:pic>
      <p:sp>
        <p:nvSpPr>
          <p:cNvPr id="6" name="Level points 144"/>
          <p:cNvSpPr txBox="1"/>
          <p:nvPr/>
        </p:nvSpPr>
        <p:spPr>
          <a:xfrm>
            <a:off x="1600200" y="3905504"/>
            <a:ext cx="2231136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5"/>
          <p:cNvSpPr txBox="1"/>
          <p:nvPr/>
        </p:nvSpPr>
        <p:spPr>
          <a:xfrm>
            <a:off x="822960" y="4653280"/>
            <a:ext cx="2962656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6"/>
          <p:cNvSpPr txBox="1"/>
          <p:nvPr/>
        </p:nvSpPr>
        <p:spPr>
          <a:xfrm>
            <a:off x="822960" y="5425440"/>
            <a:ext cx="3054096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3027680"/>
            <a:ext cx="3511296" cy="3373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8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3233420"/>
            <a:ext cx="685800" cy="685800"/>
          </a:xfrm>
          <a:prstGeom prst="rect">
            <a:avLst/>
          </a:prstGeom>
        </p:spPr>
      </p:pic>
      <p:sp>
        <p:nvSpPr>
          <p:cNvPr id="11" name="Level points 149"/>
          <p:cNvSpPr txBox="1"/>
          <p:nvPr/>
        </p:nvSpPr>
        <p:spPr>
          <a:xfrm>
            <a:off x="5413248" y="3255264"/>
            <a:ext cx="2231136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50"/>
          <p:cNvSpPr txBox="1"/>
          <p:nvPr/>
        </p:nvSpPr>
        <p:spPr>
          <a:xfrm>
            <a:off x="4636008" y="4003040"/>
            <a:ext cx="2962656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51"/>
          <p:cNvSpPr txBox="1"/>
          <p:nvPr/>
        </p:nvSpPr>
        <p:spPr>
          <a:xfrm>
            <a:off x="4636008" y="4775200"/>
            <a:ext cx="3054096" cy="1503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377440"/>
            <a:ext cx="3511296" cy="40233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3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583180"/>
            <a:ext cx="685800" cy="685800"/>
          </a:xfrm>
          <a:prstGeom prst="rect">
            <a:avLst/>
          </a:prstGeom>
        </p:spPr>
      </p:pic>
      <p:sp>
        <p:nvSpPr>
          <p:cNvPr id="16" name="Level points 154"/>
          <p:cNvSpPr txBox="1"/>
          <p:nvPr/>
        </p:nvSpPr>
        <p:spPr>
          <a:xfrm>
            <a:off x="9226296" y="2605024"/>
            <a:ext cx="2231136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5"/>
          <p:cNvSpPr txBox="1"/>
          <p:nvPr/>
        </p:nvSpPr>
        <p:spPr>
          <a:xfrm>
            <a:off x="8449056" y="3352800"/>
            <a:ext cx="2962656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6"/>
          <p:cNvSpPr txBox="1"/>
          <p:nvPr/>
        </p:nvSpPr>
        <p:spPr>
          <a:xfrm>
            <a:off x="8449056" y="4124960"/>
            <a:ext cx="3054096" cy="2153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7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8"/>
          <p:cNvSpPr txBox="1"/>
          <p:nvPr/>
        </p:nvSpPr>
        <p:spPr>
          <a:xfrm>
            <a:off x="548640" y="23042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53577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954892"/>
            <a:ext cx="868680" cy="868680"/>
          </a:xfrm>
          <a:prstGeom prst="rect">
            <a:avLst/>
          </a:prstGeom>
        </p:spPr>
      </p:pic>
      <p:pic>
        <p:nvPicPr>
          <p:cNvPr id="7" name="Icon FaQrcode 16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44519"/>
            <a:ext cx="713232" cy="713232"/>
          </a:xfrm>
          <a:prstGeom prst="rect">
            <a:avLst/>
          </a:prstGeom>
        </p:spPr>
      </p:pic>
      <p:sp>
        <p:nvSpPr>
          <p:cNvPr id="8" name="Kit label 162"/>
          <p:cNvSpPr txBox="1"/>
          <p:nvPr/>
        </p:nvSpPr>
        <p:spPr>
          <a:xfrm>
            <a:off x="822960" y="3845530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853577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3044519"/>
            <a:ext cx="713232" cy="713232"/>
          </a:xfrm>
          <a:prstGeom prst="rect">
            <a:avLst/>
          </a:prstGeom>
        </p:spPr>
      </p:pic>
      <p:sp>
        <p:nvSpPr>
          <p:cNvPr id="11" name="Kit label 165"/>
          <p:cNvSpPr txBox="1"/>
          <p:nvPr/>
        </p:nvSpPr>
        <p:spPr>
          <a:xfrm>
            <a:off x="3675888" y="3845530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853577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044519"/>
            <a:ext cx="713232" cy="713232"/>
          </a:xfrm>
          <a:prstGeom prst="rect">
            <a:avLst/>
          </a:prstGeom>
        </p:spPr>
      </p:pic>
      <p:sp>
        <p:nvSpPr>
          <p:cNvPr id="14" name="Kit label 168"/>
          <p:cNvSpPr txBox="1"/>
          <p:nvPr/>
        </p:nvSpPr>
        <p:spPr>
          <a:xfrm>
            <a:off x="6528816" y="3845530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853577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7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3044519"/>
            <a:ext cx="713232" cy="713232"/>
          </a:xfrm>
          <a:prstGeom prst="rect">
            <a:avLst/>
          </a:prstGeom>
        </p:spPr>
      </p:pic>
      <p:sp>
        <p:nvSpPr>
          <p:cNvPr id="17" name="Kit label 171"/>
          <p:cNvSpPr txBox="1"/>
          <p:nvPr/>
        </p:nvSpPr>
        <p:spPr>
          <a:xfrm>
            <a:off x="9381744" y="3845530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734320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925261"/>
            <a:ext cx="713232" cy="713232"/>
          </a:xfrm>
          <a:prstGeom prst="rect">
            <a:avLst/>
          </a:prstGeom>
        </p:spPr>
      </p:pic>
      <p:sp>
        <p:nvSpPr>
          <p:cNvPr id="20" name="Kit label 174"/>
          <p:cNvSpPr txBox="1"/>
          <p:nvPr/>
        </p:nvSpPr>
        <p:spPr>
          <a:xfrm>
            <a:off x="822960" y="5726272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734320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925261"/>
            <a:ext cx="713232" cy="713232"/>
          </a:xfrm>
          <a:prstGeom prst="rect">
            <a:avLst/>
          </a:prstGeom>
        </p:spPr>
      </p:pic>
      <p:sp>
        <p:nvSpPr>
          <p:cNvPr id="23" name="Kit label 177"/>
          <p:cNvSpPr txBox="1"/>
          <p:nvPr/>
        </p:nvSpPr>
        <p:spPr>
          <a:xfrm>
            <a:off x="3675888" y="5726272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734320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925261"/>
            <a:ext cx="713232" cy="713232"/>
          </a:xfrm>
          <a:prstGeom prst="rect">
            <a:avLst/>
          </a:prstGeom>
        </p:spPr>
      </p:pic>
      <p:sp>
        <p:nvSpPr>
          <p:cNvPr id="26" name="Kit label 180"/>
          <p:cNvSpPr txBox="1"/>
          <p:nvPr/>
        </p:nvSpPr>
        <p:spPr>
          <a:xfrm>
            <a:off x="6528816" y="5726272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8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734320"/>
            <a:ext cx="2606040" cy="166648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925261"/>
            <a:ext cx="713232" cy="713232"/>
          </a:xfrm>
          <a:prstGeom prst="rect">
            <a:avLst/>
          </a:prstGeom>
        </p:spPr>
      </p:pic>
      <p:sp>
        <p:nvSpPr>
          <p:cNvPr id="29" name="Kit label 183"/>
          <p:cNvSpPr txBox="1"/>
          <p:nvPr/>
        </p:nvSpPr>
        <p:spPr>
          <a:xfrm>
            <a:off x="9381744" y="5726272"/>
            <a:ext cx="2148840" cy="571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4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18080"/>
            <a:ext cx="5396332" cy="39827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6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5420"/>
            <a:ext cx="1051560" cy="1051560"/>
          </a:xfrm>
          <a:prstGeom prst="rect">
            <a:avLst/>
          </a:prstGeom>
        </p:spPr>
      </p:pic>
      <p:sp>
        <p:nvSpPr>
          <p:cNvPr id="6" name="Recognition title 187"/>
          <p:cNvSpPr txBox="1"/>
          <p:nvPr/>
        </p:nvSpPr>
        <p:spPr>
          <a:xfrm>
            <a:off x="2240280" y="2783840"/>
            <a:ext cx="3384652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8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53840"/>
            <a:ext cx="548640" cy="548640"/>
          </a:xfrm>
          <a:prstGeom prst="rect">
            <a:avLst/>
          </a:prstGeom>
        </p:spPr>
      </p:pic>
      <p:sp>
        <p:nvSpPr>
          <p:cNvPr id="8" name="Recognition item 189"/>
          <p:cNvSpPr txBox="1"/>
          <p:nvPr/>
        </p:nvSpPr>
        <p:spPr>
          <a:xfrm>
            <a:off x="1691640" y="404368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90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785360"/>
            <a:ext cx="548640" cy="548640"/>
          </a:xfrm>
          <a:prstGeom prst="rect">
            <a:avLst/>
          </a:prstGeom>
        </p:spPr>
      </p:pic>
      <p:sp>
        <p:nvSpPr>
          <p:cNvPr id="10" name="Recognition item 191"/>
          <p:cNvSpPr txBox="1"/>
          <p:nvPr/>
        </p:nvSpPr>
        <p:spPr>
          <a:xfrm>
            <a:off x="1691640" y="477520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2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516880"/>
            <a:ext cx="548640" cy="548640"/>
          </a:xfrm>
          <a:prstGeom prst="rect">
            <a:avLst/>
          </a:prstGeom>
        </p:spPr>
      </p:pic>
      <p:sp>
        <p:nvSpPr>
          <p:cNvPr id="12" name="Recognition item 193"/>
          <p:cNvSpPr txBox="1"/>
          <p:nvPr/>
        </p:nvSpPr>
        <p:spPr>
          <a:xfrm>
            <a:off x="1691640" y="550672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418080"/>
            <a:ext cx="5396332" cy="39827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648200"/>
            <a:ext cx="1554480" cy="1554480"/>
          </a:xfrm>
          <a:prstGeom prst="rect">
            <a:avLst/>
          </a:prstGeom>
        </p:spPr>
      </p:pic>
      <p:pic>
        <p:nvPicPr>
          <p:cNvPr id="15" name="Icon FaTrophy 196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725420"/>
            <a:ext cx="1051560" cy="1051560"/>
          </a:xfrm>
          <a:prstGeom prst="rect">
            <a:avLst/>
          </a:prstGeom>
        </p:spPr>
      </p:pic>
      <p:sp>
        <p:nvSpPr>
          <p:cNvPr id="16" name="Recognition title 197"/>
          <p:cNvSpPr txBox="1"/>
          <p:nvPr/>
        </p:nvSpPr>
        <p:spPr>
          <a:xfrm>
            <a:off x="7938364" y="2783840"/>
            <a:ext cx="3384652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8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4053840"/>
            <a:ext cx="548640" cy="548640"/>
          </a:xfrm>
          <a:prstGeom prst="rect">
            <a:avLst/>
          </a:prstGeom>
        </p:spPr>
      </p:pic>
      <p:sp>
        <p:nvSpPr>
          <p:cNvPr id="18" name="Recognition item 199"/>
          <p:cNvSpPr txBox="1"/>
          <p:nvPr/>
        </p:nvSpPr>
        <p:spPr>
          <a:xfrm>
            <a:off x="7389724" y="404368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200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785360"/>
            <a:ext cx="548640" cy="548640"/>
          </a:xfrm>
          <a:prstGeom prst="rect">
            <a:avLst/>
          </a:prstGeom>
        </p:spPr>
      </p:pic>
      <p:sp>
        <p:nvSpPr>
          <p:cNvPr id="20" name="Recognition item 201"/>
          <p:cNvSpPr txBox="1"/>
          <p:nvPr/>
        </p:nvSpPr>
        <p:spPr>
          <a:xfrm>
            <a:off x="7389724" y="477520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2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516880"/>
            <a:ext cx="548640" cy="548640"/>
          </a:xfrm>
          <a:prstGeom prst="rect">
            <a:avLst/>
          </a:prstGeom>
        </p:spPr>
      </p:pic>
      <p:sp>
        <p:nvSpPr>
          <p:cNvPr id="22" name="Recognition item 203"/>
          <p:cNvSpPr txBox="1"/>
          <p:nvPr/>
        </p:nvSpPr>
        <p:spPr>
          <a:xfrm>
            <a:off x="7389724" y="5506720"/>
            <a:ext cx="3933292" cy="56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7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8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9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10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11"/>
          <p:cNvSpPr txBox="1"/>
          <p:nvPr/>
        </p:nvSpPr>
        <p:spPr>
          <a:xfrm>
            <a:off x="548640" y="230428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2304288"/>
            <a:ext cx="4892040" cy="40965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38272"/>
            <a:ext cx="5760720" cy="601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4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973832"/>
            <a:ext cx="530352" cy="530352"/>
          </a:xfrm>
          <a:prstGeom prst="rect">
            <a:avLst/>
          </a:prstGeom>
        </p:spPr>
      </p:pic>
      <p:sp>
        <p:nvSpPr>
          <p:cNvPr id="8" name="Vive item 215"/>
          <p:cNvSpPr txBox="1"/>
          <p:nvPr/>
        </p:nvSpPr>
        <p:spPr>
          <a:xfrm>
            <a:off x="1325880" y="2987040"/>
            <a:ext cx="4846320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37280"/>
            <a:ext cx="5760720" cy="601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7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672840"/>
            <a:ext cx="530352" cy="530352"/>
          </a:xfrm>
          <a:prstGeom prst="rect">
            <a:avLst/>
          </a:prstGeom>
        </p:spPr>
      </p:pic>
      <p:sp>
        <p:nvSpPr>
          <p:cNvPr id="11" name="Vive item 218"/>
          <p:cNvSpPr txBox="1"/>
          <p:nvPr/>
        </p:nvSpPr>
        <p:spPr>
          <a:xfrm>
            <a:off x="1325880" y="3686048"/>
            <a:ext cx="4846320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6288"/>
            <a:ext cx="5760720" cy="601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20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371848"/>
            <a:ext cx="530352" cy="530352"/>
          </a:xfrm>
          <a:prstGeom prst="rect">
            <a:avLst/>
          </a:prstGeom>
        </p:spPr>
      </p:pic>
      <p:sp>
        <p:nvSpPr>
          <p:cNvPr id="14" name="Vive item 221"/>
          <p:cNvSpPr txBox="1"/>
          <p:nvPr/>
        </p:nvSpPr>
        <p:spPr>
          <a:xfrm>
            <a:off x="1325880" y="4385056"/>
            <a:ext cx="4846320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035296"/>
            <a:ext cx="5760720" cy="601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3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5070856"/>
            <a:ext cx="530352" cy="530352"/>
          </a:xfrm>
          <a:prstGeom prst="rect">
            <a:avLst/>
          </a:prstGeom>
        </p:spPr>
      </p:pic>
      <p:sp>
        <p:nvSpPr>
          <p:cNvPr id="17" name="Vive item 224"/>
          <p:cNvSpPr txBox="1"/>
          <p:nvPr/>
        </p:nvSpPr>
        <p:spPr>
          <a:xfrm>
            <a:off x="1325880" y="5084064"/>
            <a:ext cx="4846320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734304"/>
            <a:ext cx="5760720" cy="601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6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69864"/>
            <a:ext cx="530352" cy="530352"/>
          </a:xfrm>
          <a:prstGeom prst="rect">
            <a:avLst/>
          </a:prstGeom>
        </p:spPr>
      </p:pic>
      <p:sp>
        <p:nvSpPr>
          <p:cNvPr id="20" name="Vive item 227"/>
          <p:cNvSpPr txBox="1"/>
          <p:nvPr/>
        </p:nvSpPr>
        <p:spPr>
          <a:xfrm>
            <a:off x="1325880" y="5783072"/>
            <a:ext cx="4846320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8"/>
          <p:cNvSpPr txBox="1"/>
          <p:nvPr/>
        </p:nvSpPr>
        <p:spPr>
          <a:xfrm>
            <a:off x="1005840" y="201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9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175564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9"/>
          <p:cNvSpPr txBox="1"/>
          <p:nvPr/>
        </p:nvSpPr>
        <p:spPr>
          <a:xfrm>
            <a:off x="548640" y="2304288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54404"/>
            <a:ext cx="7543800" cy="109238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3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34836"/>
            <a:ext cx="731520" cy="731520"/>
          </a:xfrm>
          <a:prstGeom prst="rect">
            <a:avLst/>
          </a:prstGeom>
        </p:spPr>
      </p:pic>
      <p:sp>
        <p:nvSpPr>
          <p:cNvPr id="7" name="Program text 232"/>
          <p:cNvSpPr txBox="1"/>
          <p:nvPr/>
        </p:nvSpPr>
        <p:spPr>
          <a:xfrm>
            <a:off x="1737360" y="3015946"/>
            <a:ext cx="6172200" cy="9692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2181"/>
            <a:ext cx="3634740" cy="165396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4"/>
          <p:cNvSpPr txBox="1"/>
          <p:nvPr/>
        </p:nvSpPr>
        <p:spPr>
          <a:xfrm>
            <a:off x="822960" y="4316038"/>
            <a:ext cx="3177540" cy="423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5"/>
          <p:cNvSpPr txBox="1"/>
          <p:nvPr/>
        </p:nvSpPr>
        <p:spPr>
          <a:xfrm>
            <a:off x="822960" y="4716066"/>
            <a:ext cx="20116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6"/>
          <p:cNvSpPr txBox="1"/>
          <p:nvPr/>
        </p:nvSpPr>
        <p:spPr>
          <a:xfrm>
            <a:off x="2743200" y="4716066"/>
            <a:ext cx="12115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7"/>
          <p:cNvSpPr txBox="1"/>
          <p:nvPr/>
        </p:nvSpPr>
        <p:spPr>
          <a:xfrm>
            <a:off x="822960" y="5069937"/>
            <a:ext cx="20116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8"/>
          <p:cNvSpPr txBox="1"/>
          <p:nvPr/>
        </p:nvSpPr>
        <p:spPr>
          <a:xfrm>
            <a:off x="2743200" y="5069937"/>
            <a:ext cx="12115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9"/>
          <p:cNvSpPr txBox="1"/>
          <p:nvPr/>
        </p:nvSpPr>
        <p:spPr>
          <a:xfrm>
            <a:off x="822960" y="5423808"/>
            <a:ext cx="20116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40"/>
          <p:cNvSpPr txBox="1"/>
          <p:nvPr/>
        </p:nvSpPr>
        <p:spPr>
          <a:xfrm>
            <a:off x="2743200" y="5423808"/>
            <a:ext cx="1211580" cy="346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4162181"/>
            <a:ext cx="3634740" cy="165396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2"/>
          <p:cNvSpPr txBox="1"/>
          <p:nvPr/>
        </p:nvSpPr>
        <p:spPr>
          <a:xfrm>
            <a:off x="4732020" y="4316038"/>
            <a:ext cx="3177540" cy="423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3"/>
          <p:cNvSpPr txBox="1"/>
          <p:nvPr/>
        </p:nvSpPr>
        <p:spPr>
          <a:xfrm>
            <a:off x="4732020" y="4716066"/>
            <a:ext cx="3177540" cy="1061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93072"/>
            <a:ext cx="7543800" cy="507728"/>
          </a:xfrm>
          <a:prstGeom prst="rect">
            <a:avLst/>
          </a:prstGeom>
        </p:spPr>
      </p:pic>
      <p:sp>
        <p:nvSpPr>
          <p:cNvPr id="20" name="Bonus note outline 245"/>
          <p:cNvSpPr/>
          <p:nvPr/>
        </p:nvSpPr>
        <p:spPr>
          <a:xfrm>
            <a:off x="548640" y="5893072"/>
            <a:ext cx="7543800" cy="507728"/>
          </a:xfrm>
          <a:prstGeom prst="roundRect">
            <a:avLst>
              <a:gd name="adj" fmla="val 2521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6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54912"/>
            <a:ext cx="384048" cy="384048"/>
          </a:xfrm>
          <a:prstGeom prst="rect">
            <a:avLst/>
          </a:prstGeom>
        </p:spPr>
      </p:pic>
      <p:sp>
        <p:nvSpPr>
          <p:cNvPr id="22" name="Bonus note 247"/>
          <p:cNvSpPr txBox="1"/>
          <p:nvPr/>
        </p:nvSpPr>
        <p:spPr>
          <a:xfrm>
            <a:off x="1261872" y="5923843"/>
            <a:ext cx="6647688" cy="44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9736" y="2313432"/>
            <a:ext cx="3117327" cy="396849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9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464" y="2423160"/>
            <a:ext cx="2897871" cy="3749040"/>
          </a:xfrm>
          <a:prstGeom prst="rect">
            <a:avLst/>
          </a:prstGeom>
        </p:spPr>
      </p:pic>
      <p:sp>
        <p:nvSpPr>
          <p:cNvPr id="25" name="Current tag 250"/>
          <p:cNvSpPr txBox="1"/>
          <p:nvPr/>
        </p:nvSpPr>
        <p:spPr>
          <a:xfrm>
            <a:off x="8882344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5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5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5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254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255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256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Enero 2027</a:t>
            </a:r>
            <a:endParaRPr lang="en-US" sz="1700" dirty="0"/>
          </a:p>
        </p:txBody>
      </p:sp>
      <p:sp>
        <p:nvSpPr>
          <p:cNvPr id="8" name="Handle 257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2026-10-05T18:34:39Z</dcterms:created>
  <dcterms:modified xsi:type="dcterms:W3CDTF">2026-10-05T18:34:39Z</dcterms:modified>
</cp:coreProperties>
</file>