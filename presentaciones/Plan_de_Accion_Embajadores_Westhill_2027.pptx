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a3b4d5ed-6b4f-1133-699c-3089bbe525c6}">
          <p14:sldIdLst>
            <p14:sldId id="256"/>
          </p14:sldIdLst>
        </p14:section>
        <p14:section name="Programa" id="{e45acee4-a906-fa6a-6425-5ea44d7f4535}">
          <p14:sldIdLst>
            <p14:sldId id="257"/>
            <p14:sldId id="258"/>
            <p14:sldId id="259"/>
          </p14:sldIdLst>
        </p14:section>
        <p14:section name="Mecánica" id="{561380cf-c1c3-d4f4-8ed4-0b4f4499f2ed}">
          <p14:sldIdLst>
            <p14:sldId id="260"/>
            <p14:sldId id="261"/>
            <p14:sldId id="262"/>
            <p14:sldId id="263"/>
          </p14:sldIdLst>
        </p14:section>
        <p14:section name="Niveles y beneficios" id="{f82e626e-c025-22a2-f7f7-62be35ad78c5}">
          <p14:sldIdLst>
            <p14:sldId id="264"/>
            <p14:sldId id="265"/>
            <p14:sldId id="266"/>
            <p14:sldId id="267"/>
          </p14:sldIdLst>
        </p14:section>
        <p14:section name="Iniciativas" id="{93588008-7f4b-3fab-0408-537586167fb4}">
          <p14:sldIdLst>
            <p14:sldId id="268"/>
            <p14:sldId id="269"/>
            <p14:sldId id="270"/>
          </p14:sldIdLst>
        </p14:section>
        <p14:section name="Cierre" id="{861b740e-28ae-0efe-6530-36bed7b5473f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943" y="-36576"/>
            <a:ext cx="896112" cy="107625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60720" y="2743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548640" y="104241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351215" y="6510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Int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jpe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over title 4"/>
          <p:cNvSpPr txBox="1"/>
          <p:nvPr/>
        </p:nvSpPr>
        <p:spPr>
          <a:xfrm>
            <a:off x="411480" y="25146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</a:t>
            </a:r>
            <a:endParaRPr lang="en-US" sz="3800" dirty="0"/>
          </a:p>
        </p:txBody>
      </p:sp>
      <p:sp>
        <p:nvSpPr>
          <p:cNvPr id="6" name="Cover month 5"/>
          <p:cNvSpPr txBox="1"/>
          <p:nvPr/>
        </p:nvSpPr>
        <p:spPr>
          <a:xfrm>
            <a:off x="411480" y="3154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3400" dirty="0"/>
          </a:p>
        </p:txBody>
      </p:sp>
      <p:sp>
        <p:nvSpPr>
          <p:cNvPr id="7" name="Cover year 6"/>
          <p:cNvSpPr txBox="1"/>
          <p:nvPr/>
        </p:nvSpPr>
        <p:spPr>
          <a:xfrm>
            <a:off x="411480" y="36576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4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9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0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8800" dirty="0"/>
          </a:p>
        </p:txBody>
      </p:sp>
      <p:sp>
        <p:nvSpPr>
          <p:cNvPr id="6" name="Section kicker 11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2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3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3000" dirty="0"/>
          </a:p>
        </p:txBody>
      </p:sp>
      <p:sp>
        <p:nvSpPr>
          <p:cNvPr id="4" name="Program description 14"/>
          <p:cNvSpPr txBox="1"/>
          <p:nvPr/>
        </p:nvSpPr>
        <p:spPr>
          <a:xfrm>
            <a:off x="548640" y="2055553"/>
            <a:ext cx="603504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 de Embajadores Westhill es una iniciativa para que nuestros estudiantes compartan su experiencia, representen a la Universidad y ayuden a más jóvenes a descubrir su camino profesional.</a:t>
            </a:r>
            <a:endParaRPr lang="en-US" sz="1700" dirty="0"/>
          </a:p>
        </p:txBody>
      </p:sp>
      <p:pic>
        <p:nvPicPr>
          <p:cNvPr id="5" name="Objective card 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23425"/>
            <a:ext cx="603504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Bullseye 1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741189"/>
            <a:ext cx="1645920" cy="1645920"/>
          </a:xfrm>
          <a:prstGeom prst="rect">
            <a:avLst/>
          </a:prstGeom>
        </p:spPr>
      </p:pic>
      <p:pic>
        <p:nvPicPr>
          <p:cNvPr id="7" name="Icon FaBullseye 17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29611"/>
            <a:ext cx="731520" cy="731520"/>
          </a:xfrm>
          <a:prstGeom prst="rect">
            <a:avLst/>
          </a:prstGeom>
        </p:spPr>
      </p:pic>
      <p:sp>
        <p:nvSpPr>
          <p:cNvPr id="8" name="Objective label 18"/>
          <p:cNvSpPr txBox="1"/>
          <p:nvPr/>
        </p:nvSpPr>
        <p:spPr>
          <a:xfrm>
            <a:off x="1828800" y="3937000"/>
            <a:ext cx="365760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</a:t>
            </a:r>
            <a:endParaRPr lang="en-US" sz="1600" dirty="0"/>
          </a:p>
        </p:txBody>
      </p:sp>
      <p:sp>
        <p:nvSpPr>
          <p:cNvPr id="9" name="Objective text 19"/>
          <p:cNvSpPr txBox="1"/>
          <p:nvPr/>
        </p:nvSpPr>
        <p:spPr>
          <a:xfrm>
            <a:off x="914400" y="4832927"/>
            <a:ext cx="5303520" cy="1388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más prospectos e inscritos, fortaleciendo el sentido de pertenencia de nuestros estudiantes y posicionando a Westhill a través de su voz auténtica.</a:t>
            </a:r>
            <a:endParaRPr lang="en-US" sz="1700" dirty="0"/>
          </a:p>
        </p:txBody>
      </p:sp>
      <p:pic>
        <p:nvPicPr>
          <p:cNvPr id="10" name="Why card 2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055553"/>
            <a:ext cx="4690872" cy="434524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1" name="Why title 21"/>
          <p:cNvSpPr txBox="1"/>
          <p:nvPr/>
        </p:nvSpPr>
        <p:spPr>
          <a:xfrm>
            <a:off x="7269480" y="2234738"/>
            <a:ext cx="420624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ser embajador?</a:t>
            </a:r>
            <a:endParaRPr lang="en-US" sz="1900" dirty="0"/>
          </a:p>
        </p:txBody>
      </p:sp>
      <p:pic>
        <p:nvPicPr>
          <p:cNvPr id="12" name="Icon FaHandHoldingHeart 22" descr="HandHoldingHe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2901511"/>
            <a:ext cx="512064" cy="512064"/>
          </a:xfrm>
          <a:prstGeom prst="rect">
            <a:avLst/>
          </a:prstGeom>
        </p:spPr>
      </p:pic>
      <p:sp>
        <p:nvSpPr>
          <p:cNvPr id="13" name="Why item 23"/>
          <p:cNvSpPr txBox="1"/>
          <p:nvPr/>
        </p:nvSpPr>
        <p:spPr>
          <a:xfrm>
            <a:off x="7955280" y="2906684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Haces la diferencia en la vida de otros.</a:t>
            </a:r>
            <a:endParaRPr lang="en-US" sz="1500" dirty="0"/>
          </a:p>
        </p:txBody>
      </p:sp>
      <p:pic>
        <p:nvPicPr>
          <p:cNvPr id="14" name="Icon FaBuildingColumns 24" descr="Building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582416"/>
            <a:ext cx="512064" cy="512064"/>
          </a:xfrm>
          <a:prstGeom prst="rect">
            <a:avLst/>
          </a:prstGeom>
        </p:spPr>
      </p:pic>
      <p:sp>
        <p:nvSpPr>
          <p:cNvPr id="15" name="Why item 25"/>
          <p:cNvSpPr txBox="1"/>
          <p:nvPr/>
        </p:nvSpPr>
        <p:spPr>
          <a:xfrm>
            <a:off x="7955280" y="358758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Fortalece tu universidad.</a:t>
            </a:r>
            <a:endParaRPr lang="en-US" sz="1500" dirty="0"/>
          </a:p>
        </p:txBody>
      </p:sp>
      <p:pic>
        <p:nvPicPr>
          <p:cNvPr id="16" name="Icon FaRankingStar 26" descr="Ranking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4263321"/>
            <a:ext cx="512064" cy="512064"/>
          </a:xfrm>
          <a:prstGeom prst="rect">
            <a:avLst/>
          </a:prstGeom>
        </p:spPr>
      </p:pic>
      <p:sp>
        <p:nvSpPr>
          <p:cNvPr id="17" name="Why item 27"/>
          <p:cNvSpPr txBox="1"/>
          <p:nvPr/>
        </p:nvSpPr>
        <p:spPr>
          <a:xfrm>
            <a:off x="7955280" y="426849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Desarrollas habilidades de liderazgo.</a:t>
            </a:r>
            <a:endParaRPr lang="en-US" sz="1500" dirty="0"/>
          </a:p>
        </p:txBody>
      </p:sp>
      <p:pic>
        <p:nvPicPr>
          <p:cNvPr id="18" name="Icon FaGift 28" descr="Gif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4944225"/>
            <a:ext cx="512064" cy="512064"/>
          </a:xfrm>
          <a:prstGeom prst="rect">
            <a:avLst/>
          </a:prstGeom>
        </p:spPr>
      </p:pic>
      <p:sp>
        <p:nvSpPr>
          <p:cNvPr id="19" name="Why item 29"/>
          <p:cNvSpPr txBox="1"/>
          <p:nvPr/>
        </p:nvSpPr>
        <p:spPr>
          <a:xfrm>
            <a:off x="7955280" y="494939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Obtienes incentivos y reconocimientos.</a:t>
            </a:r>
            <a:endParaRPr lang="en-US" sz="1500" dirty="0"/>
          </a:p>
        </p:txBody>
      </p:sp>
      <p:pic>
        <p:nvPicPr>
          <p:cNvPr id="20" name="Icon FaStar 30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5625130"/>
            <a:ext cx="512064" cy="512064"/>
          </a:xfrm>
          <a:prstGeom prst="rect">
            <a:avLst/>
          </a:prstGeom>
        </p:spPr>
      </p:pic>
      <p:sp>
        <p:nvSpPr>
          <p:cNvPr id="21" name="Why item 31"/>
          <p:cNvSpPr txBox="1"/>
          <p:nvPr/>
        </p:nvSpPr>
        <p:spPr>
          <a:xfrm>
            <a:off x="7955280" y="563030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Vives experiencias únicas.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32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basa en 3 perfiles</a:t>
            </a:r>
            <a:endParaRPr lang="en-US" sz="3000" dirty="0"/>
          </a:p>
        </p:txBody>
      </p:sp>
      <p:pic>
        <p:nvPicPr>
          <p:cNvPr id="4" name="Profile card 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hareNodes 34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16018"/>
            <a:ext cx="822960" cy="822960"/>
          </a:xfrm>
          <a:prstGeom prst="rect">
            <a:avLst/>
          </a:prstGeom>
        </p:spPr>
      </p:pic>
      <p:sp>
        <p:nvSpPr>
          <p:cNvPr id="6" name="Profile kicker 35"/>
          <p:cNvSpPr txBox="1"/>
          <p:nvPr/>
        </p:nvSpPr>
        <p:spPr>
          <a:xfrm>
            <a:off x="868680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7" name="Profile name 36"/>
          <p:cNvSpPr txBox="1"/>
          <p:nvPr/>
        </p:nvSpPr>
        <p:spPr>
          <a:xfrm>
            <a:off x="868680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</a:t>
            </a:r>
            <a:endParaRPr lang="en-US" sz="2700" dirty="0"/>
          </a:p>
        </p:txBody>
      </p:sp>
      <p:sp>
        <p:nvSpPr>
          <p:cNvPr id="8" name="Profile items 37"/>
          <p:cNvSpPr txBox="1"/>
          <p:nvPr/>
        </p:nvSpPr>
        <p:spPr>
          <a:xfrm>
            <a:off x="868680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Westhill con amigos, familiares y conocidos.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eventos.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prospectos con tu código o enlace personal.</a:t>
            </a:r>
            <a:endParaRPr lang="en-US" sz="1400" dirty="0"/>
          </a:p>
        </p:txBody>
      </p:sp>
      <p:pic>
        <p:nvPicPr>
          <p:cNvPr id="9" name="Profile card 3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UserGraduate 39" descr="UserGradu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316018"/>
            <a:ext cx="822960" cy="822960"/>
          </a:xfrm>
          <a:prstGeom prst="rect">
            <a:avLst/>
          </a:prstGeom>
        </p:spPr>
      </p:pic>
      <p:sp>
        <p:nvSpPr>
          <p:cNvPr id="11" name="Profile kicker 40"/>
          <p:cNvSpPr txBox="1"/>
          <p:nvPr/>
        </p:nvSpPr>
        <p:spPr>
          <a:xfrm>
            <a:off x="4681728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2" name="Profile name 41"/>
          <p:cNvSpPr txBox="1"/>
          <p:nvPr/>
        </p:nvSpPr>
        <p:spPr>
          <a:xfrm>
            <a:off x="4681728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2700" dirty="0"/>
          </a:p>
        </p:txBody>
      </p:sp>
      <p:sp>
        <p:nvSpPr>
          <p:cNvPr id="13" name="Profile items 42"/>
          <p:cNvSpPr txBox="1"/>
          <p:nvPr/>
        </p:nvSpPr>
        <p:spPr>
          <a:xfrm>
            <a:off x="4681728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eventos, ferias y webinars.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 como estudiante.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Graba testimonios y contenido.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 a prospectos en visitas.</a:t>
            </a:r>
            <a:endParaRPr lang="en-US" sz="1400" dirty="0"/>
          </a:p>
        </p:txBody>
      </p:sp>
      <p:pic>
        <p:nvPicPr>
          <p:cNvPr id="14" name="Profile card 4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Watermark FaCrown 4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712" y="5134956"/>
            <a:ext cx="1143000" cy="1143000"/>
          </a:xfrm>
          <a:prstGeom prst="rect">
            <a:avLst/>
          </a:prstGeom>
        </p:spPr>
      </p:pic>
      <p:pic>
        <p:nvPicPr>
          <p:cNvPr id="16" name="Icon FaCrown 45" descr="C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2316018"/>
            <a:ext cx="822960" cy="822960"/>
          </a:xfrm>
          <a:prstGeom prst="rect">
            <a:avLst/>
          </a:prstGeom>
        </p:spPr>
      </p:pic>
      <p:sp>
        <p:nvSpPr>
          <p:cNvPr id="17" name="Highlight tag 46"/>
          <p:cNvSpPr txBox="1"/>
          <p:nvPr/>
        </p:nvSpPr>
        <p:spPr>
          <a:xfrm>
            <a:off x="10085832" y="2458720"/>
            <a:ext cx="1280160" cy="322534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DESTACADO</a:t>
            </a:r>
            <a:endParaRPr lang="en-US" sz="1000" dirty="0"/>
          </a:p>
        </p:txBody>
      </p:sp>
      <p:sp>
        <p:nvSpPr>
          <p:cNvPr id="18" name="Profile kicker 47"/>
          <p:cNvSpPr txBox="1"/>
          <p:nvPr/>
        </p:nvSpPr>
        <p:spPr>
          <a:xfrm>
            <a:off x="8494776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9" name="Profile name 48"/>
          <p:cNvSpPr txBox="1"/>
          <p:nvPr/>
        </p:nvSpPr>
        <p:spPr>
          <a:xfrm>
            <a:off x="8494776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</a:t>
            </a:r>
            <a:endParaRPr lang="en-US" sz="2700" dirty="0"/>
          </a:p>
        </p:txBody>
      </p:sp>
      <p:sp>
        <p:nvSpPr>
          <p:cNvPr id="20" name="Profile items 49"/>
          <p:cNvSpPr txBox="1"/>
          <p:nvPr/>
        </p:nvSpPr>
        <p:spPr>
          <a:xfrm>
            <a:off x="8494776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 un alumno destacado que representa a Westhill.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campañas institucionales.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Apoya en eventos de atracción.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Puede ser parte de videos y material de promoción.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50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5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52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53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8800" dirty="0"/>
          </a:p>
        </p:txBody>
      </p:sp>
      <p:sp>
        <p:nvSpPr>
          <p:cNvPr id="6" name="Section kicker 54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55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56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000" dirty="0"/>
          </a:p>
        </p:txBody>
      </p:sp>
      <p:pic>
        <p:nvPicPr>
          <p:cNvPr id="4" name="Step card 5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5" name="Step number 58"/>
          <p:cNvSpPr txBox="1"/>
          <p:nvPr/>
        </p:nvSpPr>
        <p:spPr>
          <a:xfrm>
            <a:off x="82296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000" dirty="0"/>
          </a:p>
        </p:txBody>
      </p:sp>
      <p:pic>
        <p:nvPicPr>
          <p:cNvPr id="6" name="Icon FaQrcode 59" descr="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405611"/>
            <a:ext cx="822960" cy="822960"/>
          </a:xfrm>
          <a:prstGeom prst="rect">
            <a:avLst/>
          </a:prstGeom>
        </p:spPr>
      </p:pic>
      <p:sp>
        <p:nvSpPr>
          <p:cNvPr id="7" name="Step head 60"/>
          <p:cNvSpPr txBox="1"/>
          <p:nvPr/>
        </p:nvSpPr>
        <p:spPr>
          <a:xfrm>
            <a:off x="82296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2000" dirty="0"/>
          </a:p>
        </p:txBody>
      </p:sp>
      <p:sp>
        <p:nvSpPr>
          <p:cNvPr id="8" name="Step body 61"/>
          <p:cNvSpPr txBox="1"/>
          <p:nvPr/>
        </p:nvSpPr>
        <p:spPr>
          <a:xfrm>
            <a:off x="82296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QR personalizado</a:t>
            </a:r>
            <a:endParaRPr lang="en-US" sz="1600" dirty="0"/>
          </a:p>
        </p:txBody>
      </p:sp>
      <p:pic>
        <p:nvPicPr>
          <p:cNvPr id="9" name="Icon FaChevronRight 62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04" y="3717544"/>
            <a:ext cx="438912" cy="438912"/>
          </a:xfrm>
          <a:prstGeom prst="rect">
            <a:avLst/>
          </a:prstGeom>
        </p:spPr>
      </p:pic>
      <p:pic>
        <p:nvPicPr>
          <p:cNvPr id="10" name="Step card 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1" name="Step number 64"/>
          <p:cNvSpPr txBox="1"/>
          <p:nvPr/>
        </p:nvSpPr>
        <p:spPr>
          <a:xfrm>
            <a:off x="365760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000" dirty="0"/>
          </a:p>
        </p:txBody>
      </p:sp>
      <p:pic>
        <p:nvPicPr>
          <p:cNvPr id="12" name="Icon FaCalendarCheck 65" descr="Calendar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405611"/>
            <a:ext cx="822960" cy="822960"/>
          </a:xfrm>
          <a:prstGeom prst="rect">
            <a:avLst/>
          </a:prstGeom>
        </p:spPr>
      </p:pic>
      <p:sp>
        <p:nvSpPr>
          <p:cNvPr id="13" name="Step head 66"/>
          <p:cNvSpPr txBox="1"/>
          <p:nvPr/>
        </p:nvSpPr>
        <p:spPr>
          <a:xfrm>
            <a:off x="365760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Tus referidos</a:t>
            </a:r>
            <a:endParaRPr lang="en-US" sz="2000" dirty="0"/>
          </a:p>
        </p:txBody>
      </p:sp>
      <p:sp>
        <p:nvSpPr>
          <p:cNvPr id="14" name="Step body 67"/>
          <p:cNvSpPr txBox="1"/>
          <p:nvPr/>
        </p:nvSpPr>
        <p:spPr>
          <a:xfrm>
            <a:off x="365760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Agendan su visita</a:t>
            </a:r>
            <a:endParaRPr lang="en-US" sz="1600" dirty="0"/>
          </a:p>
        </p:txBody>
      </p:sp>
      <p:pic>
        <p:nvPicPr>
          <p:cNvPr id="15" name="Icon FaChevronRight 68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44" y="3717544"/>
            <a:ext cx="438912" cy="438912"/>
          </a:xfrm>
          <a:prstGeom prst="rect">
            <a:avLst/>
          </a:prstGeom>
        </p:spPr>
      </p:pic>
      <p:pic>
        <p:nvPicPr>
          <p:cNvPr id="16" name="Step card 6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7" name="Watermark FaMoneyBillWave 7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4956695"/>
            <a:ext cx="1051560" cy="1051560"/>
          </a:xfrm>
          <a:prstGeom prst="rect">
            <a:avLst/>
          </a:prstGeom>
        </p:spPr>
      </p:pic>
      <p:sp>
        <p:nvSpPr>
          <p:cNvPr id="18" name="Step number 71"/>
          <p:cNvSpPr txBox="1"/>
          <p:nvPr/>
        </p:nvSpPr>
        <p:spPr>
          <a:xfrm>
            <a:off x="649224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4000" dirty="0"/>
          </a:p>
        </p:txBody>
      </p:sp>
      <p:pic>
        <p:nvPicPr>
          <p:cNvPr id="19" name="Icon FaMoneyBillWave 72" descr="MoneyBillWav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5240" y="2405611"/>
            <a:ext cx="822960" cy="822960"/>
          </a:xfrm>
          <a:prstGeom prst="rect">
            <a:avLst/>
          </a:prstGeom>
        </p:spPr>
      </p:pic>
      <p:sp>
        <p:nvSpPr>
          <p:cNvPr id="20" name="Step head 73"/>
          <p:cNvSpPr txBox="1"/>
          <p:nvPr/>
        </p:nvSpPr>
        <p:spPr>
          <a:xfrm>
            <a:off x="649224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se inscribe</a:t>
            </a:r>
            <a:endParaRPr lang="en-US" sz="2000" dirty="0"/>
          </a:p>
        </p:txBody>
      </p:sp>
      <p:sp>
        <p:nvSpPr>
          <p:cNvPr id="21" name="Step body 74"/>
          <p:cNvSpPr txBox="1"/>
          <p:nvPr/>
        </p:nvSpPr>
        <p:spPr>
          <a:xfrm>
            <a:off x="649224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Recibes un Bono económico</a:t>
            </a:r>
            <a:endParaRPr lang="en-US" sz="1600" dirty="0"/>
          </a:p>
        </p:txBody>
      </p:sp>
      <p:pic>
        <p:nvPicPr>
          <p:cNvPr id="22" name="Icon FaChevronRight 75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3084" y="3717544"/>
            <a:ext cx="438912" cy="438912"/>
          </a:xfrm>
          <a:prstGeom prst="rect">
            <a:avLst/>
          </a:prstGeom>
        </p:spPr>
      </p:pic>
      <p:pic>
        <p:nvPicPr>
          <p:cNvPr id="23" name="Step card 76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5256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24" name="Step number 77"/>
          <p:cNvSpPr txBox="1"/>
          <p:nvPr/>
        </p:nvSpPr>
        <p:spPr>
          <a:xfrm>
            <a:off x="932688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4000" dirty="0"/>
          </a:p>
        </p:txBody>
      </p:sp>
      <p:pic>
        <p:nvPicPr>
          <p:cNvPr id="25" name="Icon FaTrophy 78" descr="Troph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9880" y="2405611"/>
            <a:ext cx="822960" cy="822960"/>
          </a:xfrm>
          <a:prstGeom prst="rect">
            <a:avLst/>
          </a:prstGeom>
        </p:spPr>
      </p:pic>
      <p:sp>
        <p:nvSpPr>
          <p:cNvPr id="26" name="Step head 79"/>
          <p:cNvSpPr txBox="1"/>
          <p:nvPr/>
        </p:nvSpPr>
        <p:spPr>
          <a:xfrm>
            <a:off x="932688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Acumulas Puntos.</a:t>
            </a:r>
            <a:endParaRPr lang="en-US" sz="2000" dirty="0"/>
          </a:p>
        </p:txBody>
      </p:sp>
      <p:sp>
        <p:nvSpPr>
          <p:cNvPr id="27" name="Step body 80"/>
          <p:cNvSpPr txBox="1"/>
          <p:nvPr/>
        </p:nvSpPr>
        <p:spPr>
          <a:xfrm>
            <a:off x="932688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Subes de nivel</a:t>
            </a:r>
            <a:endParaRPr lang="en-US" sz="160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1" grpId="0" animBg="1"/>
      <p:bldP spid="13" grpId="0" animBg="1"/>
      <p:bldP spid="14" grpId="0" animBg="1"/>
      <p:bldP spid="18" grpId="0" animBg="1"/>
      <p:bldP spid="20" grpId="0" animBg="1"/>
      <p:bldP spid="21" grpId="0" animBg="1"/>
      <p:bldP spid="24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8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Sistema de puntos</a:t>
            </a:r>
            <a:endParaRPr lang="en-US" sz="3000" dirty="0"/>
          </a:p>
        </p:txBody>
      </p:sp>
      <p:pic>
        <p:nvPicPr>
          <p:cNvPr id="4" name="Table card 8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949001"/>
            <a:ext cx="6894576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graphicFrame>
        <p:nvGraphicFramePr>
          <p:cNvPr id="8" name="Points table 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0756"/>
          <a:ext cx="6675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</a:tblGrid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Actividades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Puntos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Registrar un referido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asiste a eventos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20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agenda entrevista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inicia admisión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se inscribe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4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eventos promocionales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ferias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Grabar testimonios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Invitar a 5 prospectos a un evento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pic>
        <p:nvPicPr>
          <p:cNvPr id="6" name="Bonus card 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49001"/>
            <a:ext cx="4007815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Icon FaMoneyBillWave 85" descr="MoneyBillWa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153036"/>
            <a:ext cx="685800" cy="685800"/>
          </a:xfrm>
          <a:prstGeom prst="rect">
            <a:avLst/>
          </a:prstGeom>
        </p:spPr>
      </p:pic>
      <p:sp>
        <p:nvSpPr>
          <p:cNvPr id="8" name="Bonus label 86"/>
          <p:cNvSpPr txBox="1"/>
          <p:nvPr/>
        </p:nvSpPr>
        <p:spPr>
          <a:xfrm>
            <a:off x="8778240" y="2177950"/>
            <a:ext cx="2727655" cy="635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BONO ECONÓMICO</a:t>
            </a:r>
            <a:endParaRPr lang="en-US" sz="1600" dirty="0"/>
          </a:p>
        </p:txBody>
      </p:sp>
      <p:sp>
        <p:nvSpPr>
          <p:cNvPr id="9" name="Bonus amount 87"/>
          <p:cNvSpPr txBox="1"/>
          <p:nvPr/>
        </p:nvSpPr>
        <p:spPr>
          <a:xfrm>
            <a:off x="8001000" y="2983514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3000" dirty="0"/>
          </a:p>
        </p:txBody>
      </p:sp>
      <p:sp>
        <p:nvSpPr>
          <p:cNvPr id="10" name="Bonus label 88"/>
          <p:cNvSpPr txBox="1"/>
          <p:nvPr/>
        </p:nvSpPr>
        <p:spPr>
          <a:xfrm>
            <a:off x="9921240" y="2983514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400" dirty="0"/>
          </a:p>
        </p:txBody>
      </p:sp>
      <p:sp>
        <p:nvSpPr>
          <p:cNvPr id="11" name="Divider 89"/>
          <p:cNvSpPr/>
          <p:nvPr/>
        </p:nvSpPr>
        <p:spPr>
          <a:xfrm>
            <a:off x="8001000" y="3695802"/>
            <a:ext cx="3276295" cy="0"/>
          </a:xfrm>
          <a:prstGeom prst="line">
            <a:avLst/>
          </a:prstGeom>
          <a:noFill/>
          <a:ln w="12700">
            <a:solidFill>
              <a:srgbClr val="2B5A88"/>
            </a:solidFill>
            <a:prstDash val="solid"/>
          </a:ln>
        </p:spPr>
      </p:sp>
      <p:sp>
        <p:nvSpPr>
          <p:cNvPr id="12" name="Bonus amount 90"/>
          <p:cNvSpPr txBox="1"/>
          <p:nvPr/>
        </p:nvSpPr>
        <p:spPr>
          <a:xfrm>
            <a:off x="8001000" y="3848435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3000" dirty="0"/>
          </a:p>
        </p:txBody>
      </p:sp>
      <p:sp>
        <p:nvSpPr>
          <p:cNvPr id="13" name="Bonus label 91"/>
          <p:cNvSpPr txBox="1"/>
          <p:nvPr/>
        </p:nvSpPr>
        <p:spPr>
          <a:xfrm>
            <a:off x="9921240" y="3848435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400" dirty="0"/>
          </a:p>
        </p:txBody>
      </p:sp>
      <p:pic>
        <p:nvPicPr>
          <p:cNvPr id="14" name="Top bonus highlight 9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586162"/>
            <a:ext cx="3642055" cy="805564"/>
          </a:xfrm>
          <a:prstGeom prst="rect">
            <a:avLst/>
          </a:prstGeom>
        </p:spPr>
      </p:pic>
      <p:sp>
        <p:nvSpPr>
          <p:cNvPr id="15" name="Bonus amount 93"/>
          <p:cNvSpPr txBox="1"/>
          <p:nvPr/>
        </p:nvSpPr>
        <p:spPr>
          <a:xfrm>
            <a:off x="8001000" y="4713356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3000" dirty="0"/>
          </a:p>
        </p:txBody>
      </p:sp>
      <p:sp>
        <p:nvSpPr>
          <p:cNvPr id="16" name="Bonus label 94"/>
          <p:cNvSpPr txBox="1"/>
          <p:nvPr/>
        </p:nvSpPr>
        <p:spPr>
          <a:xfrm>
            <a:off x="9921240" y="4713356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400" dirty="0"/>
          </a:p>
        </p:txBody>
      </p:sp>
      <p:pic>
        <p:nvPicPr>
          <p:cNvPr id="17" name="Bonus note card 9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5815706"/>
            <a:ext cx="11204143" cy="559655"/>
          </a:xfrm>
          <a:prstGeom prst="rect">
            <a:avLst/>
          </a:prstGeom>
        </p:spPr>
      </p:pic>
      <p:sp>
        <p:nvSpPr>
          <p:cNvPr id="18" name="Bonus note outline 96"/>
          <p:cNvSpPr/>
          <p:nvPr/>
        </p:nvSpPr>
        <p:spPr>
          <a:xfrm>
            <a:off x="438912" y="5815706"/>
            <a:ext cx="11204143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19" name="Icon FaCircleInfo 97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5903510"/>
            <a:ext cx="384048" cy="384048"/>
          </a:xfrm>
          <a:prstGeom prst="rect">
            <a:avLst/>
          </a:prstGeom>
        </p:spPr>
      </p:pic>
      <p:sp>
        <p:nvSpPr>
          <p:cNvPr id="20" name="Bonus note 98"/>
          <p:cNvSpPr txBox="1"/>
          <p:nvPr/>
        </p:nvSpPr>
        <p:spPr>
          <a:xfrm>
            <a:off x="1152144" y="5849625"/>
            <a:ext cx="10308031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9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recorrido del embajador</a:t>
            </a:r>
            <a:endParaRPr lang="en-US" sz="3000" dirty="0"/>
          </a:p>
        </p:txBody>
      </p:sp>
      <p:sp>
        <p:nvSpPr>
          <p:cNvPr id="4" name="Subtitle 100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verdadero valor del programa es el siguiente recorrido:</a:t>
            </a:r>
            <a:endParaRPr lang="en-US" sz="1600" dirty="0"/>
          </a:p>
        </p:txBody>
      </p:sp>
      <p:sp>
        <p:nvSpPr>
          <p:cNvPr id="5" name="Journey connector 101"/>
          <p:cNvSpPr/>
          <p:nvPr/>
        </p:nvSpPr>
        <p:spPr>
          <a:xfrm>
            <a:off x="12344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6" name="Journey connector 102"/>
          <p:cNvSpPr/>
          <p:nvPr/>
        </p:nvSpPr>
        <p:spPr>
          <a:xfrm flipV="1">
            <a:off x="288036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7" name="Journey connector 103"/>
          <p:cNvSpPr/>
          <p:nvPr/>
        </p:nvSpPr>
        <p:spPr>
          <a:xfrm>
            <a:off x="452628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8" name="Journey connector 104"/>
          <p:cNvSpPr/>
          <p:nvPr/>
        </p:nvSpPr>
        <p:spPr>
          <a:xfrm flipV="1">
            <a:off x="617220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9" name="Journey connector 105"/>
          <p:cNvSpPr/>
          <p:nvPr/>
        </p:nvSpPr>
        <p:spPr>
          <a:xfrm>
            <a:off x="781812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0" name="Journey connector 106"/>
          <p:cNvSpPr/>
          <p:nvPr/>
        </p:nvSpPr>
        <p:spPr>
          <a:xfrm flipV="1">
            <a:off x="94640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1" name="Journey halo 107"/>
          <p:cNvSpPr/>
          <p:nvPr/>
        </p:nvSpPr>
        <p:spPr>
          <a:xfrm>
            <a:off x="48463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2" name="Icon FaUserGraduate 108" descr="UserGradu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983345"/>
            <a:ext cx="1280160" cy="1280160"/>
          </a:xfrm>
          <a:prstGeom prst="rect">
            <a:avLst/>
          </a:prstGeom>
        </p:spPr>
      </p:pic>
      <p:sp>
        <p:nvSpPr>
          <p:cNvPr id="13" name="Journey label 109"/>
          <p:cNvSpPr txBox="1"/>
          <p:nvPr/>
        </p:nvSpPr>
        <p:spPr>
          <a:xfrm>
            <a:off x="32004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</a:t>
            </a:r>
            <a:endParaRPr lang="en-US" sz="1500" dirty="0"/>
          </a:p>
        </p:txBody>
      </p:sp>
      <p:sp>
        <p:nvSpPr>
          <p:cNvPr id="14" name="Journey step 110"/>
          <p:cNvSpPr txBox="1"/>
          <p:nvPr/>
        </p:nvSpPr>
        <p:spPr>
          <a:xfrm>
            <a:off x="154533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Journey halo 111"/>
          <p:cNvSpPr/>
          <p:nvPr/>
        </p:nvSpPr>
        <p:spPr>
          <a:xfrm>
            <a:off x="213055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6" name="Icon FaShareNodes 112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596015"/>
            <a:ext cx="1280160" cy="1280160"/>
          </a:xfrm>
          <a:prstGeom prst="rect">
            <a:avLst/>
          </a:prstGeom>
        </p:spPr>
      </p:pic>
      <p:sp>
        <p:nvSpPr>
          <p:cNvPr id="17" name="Journey label 113"/>
          <p:cNvSpPr txBox="1"/>
          <p:nvPr/>
        </p:nvSpPr>
        <p:spPr>
          <a:xfrm>
            <a:off x="196596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1500" dirty="0"/>
          </a:p>
        </p:txBody>
      </p:sp>
      <p:sp>
        <p:nvSpPr>
          <p:cNvPr id="18" name="Journey step 114"/>
          <p:cNvSpPr txBox="1"/>
          <p:nvPr/>
        </p:nvSpPr>
        <p:spPr>
          <a:xfrm>
            <a:off x="319125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Journey halo 115"/>
          <p:cNvSpPr/>
          <p:nvPr/>
        </p:nvSpPr>
        <p:spPr>
          <a:xfrm>
            <a:off x="377647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0" name="Icon FaUsers 116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983345"/>
            <a:ext cx="1280160" cy="1280160"/>
          </a:xfrm>
          <a:prstGeom prst="rect">
            <a:avLst/>
          </a:prstGeom>
        </p:spPr>
      </p:pic>
      <p:sp>
        <p:nvSpPr>
          <p:cNvPr id="21" name="Journey label 117"/>
          <p:cNvSpPr txBox="1"/>
          <p:nvPr/>
        </p:nvSpPr>
        <p:spPr>
          <a:xfrm>
            <a:off x="361188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</a:t>
            </a:r>
            <a:endParaRPr lang="en-US" sz="1500" dirty="0"/>
          </a:p>
        </p:txBody>
      </p:sp>
      <p:sp>
        <p:nvSpPr>
          <p:cNvPr id="22" name="Journey step 118"/>
          <p:cNvSpPr txBox="1"/>
          <p:nvPr/>
        </p:nvSpPr>
        <p:spPr>
          <a:xfrm>
            <a:off x="483717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Journey halo 119"/>
          <p:cNvSpPr/>
          <p:nvPr/>
        </p:nvSpPr>
        <p:spPr>
          <a:xfrm>
            <a:off x="542239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4" name="Icon FaCalendarDays 120" descr="CalendarDay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4596015"/>
            <a:ext cx="1280160" cy="1280160"/>
          </a:xfrm>
          <a:prstGeom prst="rect">
            <a:avLst/>
          </a:prstGeom>
        </p:spPr>
      </p:pic>
      <p:sp>
        <p:nvSpPr>
          <p:cNvPr id="25" name="Journey label 121"/>
          <p:cNvSpPr txBox="1"/>
          <p:nvPr/>
        </p:nvSpPr>
        <p:spPr>
          <a:xfrm>
            <a:off x="525780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Eventos</a:t>
            </a:r>
            <a:endParaRPr lang="en-US" sz="1500" dirty="0"/>
          </a:p>
        </p:txBody>
      </p:sp>
      <p:sp>
        <p:nvSpPr>
          <p:cNvPr id="26" name="Journey step 122"/>
          <p:cNvSpPr txBox="1"/>
          <p:nvPr/>
        </p:nvSpPr>
        <p:spPr>
          <a:xfrm>
            <a:off x="648309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Journey halo 123"/>
          <p:cNvSpPr/>
          <p:nvPr/>
        </p:nvSpPr>
        <p:spPr>
          <a:xfrm>
            <a:off x="706831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8" name="Icon FaUserTie 124" descr="UserTi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983345"/>
            <a:ext cx="1280160" cy="1280160"/>
          </a:xfrm>
          <a:prstGeom prst="rect">
            <a:avLst/>
          </a:prstGeom>
        </p:spPr>
      </p:pic>
      <p:sp>
        <p:nvSpPr>
          <p:cNvPr id="29" name="Journey label 125"/>
          <p:cNvSpPr txBox="1"/>
          <p:nvPr/>
        </p:nvSpPr>
        <p:spPr>
          <a:xfrm>
            <a:off x="690372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1500" dirty="0"/>
          </a:p>
        </p:txBody>
      </p:sp>
      <p:sp>
        <p:nvSpPr>
          <p:cNvPr id="30" name="Journey step 126"/>
          <p:cNvSpPr txBox="1"/>
          <p:nvPr/>
        </p:nvSpPr>
        <p:spPr>
          <a:xfrm>
            <a:off x="812901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Journey halo 127"/>
          <p:cNvSpPr/>
          <p:nvPr/>
        </p:nvSpPr>
        <p:spPr>
          <a:xfrm>
            <a:off x="871423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32" name="Icon FaFileSignature 128" descr="FileSigna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4596015"/>
            <a:ext cx="1280160" cy="1280160"/>
          </a:xfrm>
          <a:prstGeom prst="rect">
            <a:avLst/>
          </a:prstGeom>
        </p:spPr>
      </p:pic>
      <p:sp>
        <p:nvSpPr>
          <p:cNvPr id="33" name="Journey label 129"/>
          <p:cNvSpPr txBox="1"/>
          <p:nvPr/>
        </p:nvSpPr>
        <p:spPr>
          <a:xfrm>
            <a:off x="854964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Inscripción</a:t>
            </a:r>
            <a:endParaRPr lang="en-US" sz="1500" dirty="0"/>
          </a:p>
        </p:txBody>
      </p:sp>
      <p:sp>
        <p:nvSpPr>
          <p:cNvPr id="34" name="Journey step 130"/>
          <p:cNvSpPr txBox="1"/>
          <p:nvPr/>
        </p:nvSpPr>
        <p:spPr>
          <a:xfrm>
            <a:off x="977493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Journey halo 131"/>
          <p:cNvSpPr/>
          <p:nvPr/>
        </p:nvSpPr>
        <p:spPr>
          <a:xfrm>
            <a:off x="10360152" y="2873617"/>
            <a:ext cx="1499616" cy="1499616"/>
          </a:xfrm>
          <a:prstGeom prst="ellipse">
            <a:avLst/>
          </a:prstGeom>
          <a:solidFill>
            <a:schemeClr val="accent2">
              <a:alpha val="15000"/>
            </a:schemeClr>
          </a:solidFill>
          <a:ln/>
        </p:spPr>
      </p:sp>
      <p:pic>
        <p:nvPicPr>
          <p:cNvPr id="36" name="Icon FaTrophy 132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0" y="2983345"/>
            <a:ext cx="1280160" cy="1280160"/>
          </a:xfrm>
          <a:prstGeom prst="rect">
            <a:avLst/>
          </a:prstGeom>
        </p:spPr>
      </p:pic>
      <p:sp>
        <p:nvSpPr>
          <p:cNvPr id="37" name="Journey label 133"/>
          <p:cNvSpPr txBox="1"/>
          <p:nvPr/>
        </p:nvSpPr>
        <p:spPr>
          <a:xfrm>
            <a:off x="1019556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Recompensa</a:t>
            </a:r>
            <a:endParaRPr lang="en-US" sz="1500" dirty="0"/>
          </a:p>
        </p:txBody>
      </p:sp>
      <p:sp>
        <p:nvSpPr>
          <p:cNvPr id="38" name="Journey step 134"/>
          <p:cNvSpPr txBox="1"/>
          <p:nvPr/>
        </p:nvSpPr>
        <p:spPr>
          <a:xfrm>
            <a:off x="11420856" y="395999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5" grpId="0" animBg="1"/>
      <p:bldP spid="15" grpId="0" animBg="1"/>
      <p:bldP spid="17" grpId="0" animBg="1"/>
      <p:bldP spid="18" grpId="0" animBg="1"/>
      <p:bldP spid="6" grpId="0" animBg="1"/>
      <p:bldP spid="19" grpId="0" animBg="1"/>
      <p:bldP spid="21" grpId="0" animBg="1"/>
      <p:bldP spid="22" grpId="0" animBg="1"/>
      <p:bldP spid="7" grpId="0" animBg="1"/>
      <p:bldP spid="23" grpId="0" animBg="1"/>
      <p:bldP spid="25" grpId="0" animBg="1"/>
      <p:bldP spid="26" grpId="0" animBg="1"/>
      <p:bldP spid="8" grpId="0" animBg="1"/>
      <p:bldP spid="27" grpId="0" animBg="1"/>
      <p:bldP spid="29" grpId="0" animBg="1"/>
      <p:bldP spid="30" grpId="0" animBg="1"/>
      <p:bldP spid="9" grpId="0" animBg="1"/>
      <p:bldP spid="31" grpId="0" animBg="1"/>
      <p:bldP spid="33" grpId="0" animBg="1"/>
      <p:bldP spid="34" grpId="0" animBg="1"/>
      <p:bldP spid="10" grpId="0" animBg="1"/>
      <p:bldP spid="35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35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13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137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38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8800" dirty="0"/>
          </a:p>
        </p:txBody>
      </p:sp>
      <p:sp>
        <p:nvSpPr>
          <p:cNvPr id="6" name="Section kicker 139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40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y beneficios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4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de embajador</a:t>
            </a:r>
            <a:endParaRPr lang="en-US" sz="3000" dirty="0"/>
          </a:p>
        </p:txBody>
      </p:sp>
      <p:pic>
        <p:nvPicPr>
          <p:cNvPr id="4" name="Level card 14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399444"/>
            <a:ext cx="3511296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eedling 143" descr="Seed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61295"/>
            <a:ext cx="685800" cy="685800"/>
          </a:xfrm>
          <a:prstGeom prst="rect">
            <a:avLst/>
          </a:prstGeom>
        </p:spPr>
      </p:pic>
      <p:sp>
        <p:nvSpPr>
          <p:cNvPr id="6" name="Level points 144"/>
          <p:cNvSpPr txBox="1"/>
          <p:nvPr/>
        </p:nvSpPr>
        <p:spPr>
          <a:xfrm>
            <a:off x="1600200" y="3650303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7" name="Level name 145"/>
          <p:cNvSpPr txBox="1"/>
          <p:nvPr/>
        </p:nvSpPr>
        <p:spPr>
          <a:xfrm>
            <a:off x="822960" y="4474556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JUNIOR</a:t>
            </a:r>
            <a:endParaRPr lang="en-US" sz="1100" dirty="0"/>
          </a:p>
        </p:txBody>
      </p:sp>
      <p:sp>
        <p:nvSpPr>
          <p:cNvPr id="8" name="Level items 146"/>
          <p:cNvSpPr txBox="1"/>
          <p:nvPr/>
        </p:nvSpPr>
        <p:spPr>
          <a:xfrm>
            <a:off x="822960" y="5325687"/>
            <a:ext cx="3054096" cy="940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Credencial digital.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9" name="Level card 1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682702"/>
            <a:ext cx="3511296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0" name="Icon FaMedal 148" descr="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944553"/>
            <a:ext cx="685800" cy="685800"/>
          </a:xfrm>
          <a:prstGeom prst="rect">
            <a:avLst/>
          </a:prstGeom>
        </p:spPr>
      </p:pic>
      <p:sp>
        <p:nvSpPr>
          <p:cNvPr id="11" name="Level points 149"/>
          <p:cNvSpPr txBox="1"/>
          <p:nvPr/>
        </p:nvSpPr>
        <p:spPr>
          <a:xfrm>
            <a:off x="5413248" y="2933561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</a:t>
            </a:r>
            <a:pPr algn="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2" name="Level name 150"/>
          <p:cNvSpPr txBox="1"/>
          <p:nvPr/>
        </p:nvSpPr>
        <p:spPr>
          <a:xfrm>
            <a:off x="4636008" y="3757815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bg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PLUS</a:t>
            </a:r>
            <a:endParaRPr lang="en-US" sz="1100" dirty="0"/>
          </a:p>
        </p:txBody>
      </p:sp>
      <p:sp>
        <p:nvSpPr>
          <p:cNvPr id="13" name="Level items 151"/>
          <p:cNvSpPr txBox="1"/>
          <p:nvPr/>
        </p:nvSpPr>
        <p:spPr>
          <a:xfrm>
            <a:off x="4636008" y="4608945"/>
            <a:ext cx="3054096" cy="1657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14" name="Level card 15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1965960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Icon FaCrown 153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2227811"/>
            <a:ext cx="685800" cy="685800"/>
          </a:xfrm>
          <a:prstGeom prst="rect">
            <a:avLst/>
          </a:prstGeom>
        </p:spPr>
      </p:pic>
      <p:sp>
        <p:nvSpPr>
          <p:cNvPr id="16" name="Level points 154"/>
          <p:cNvSpPr txBox="1"/>
          <p:nvPr/>
        </p:nvSpPr>
        <p:spPr>
          <a:xfrm>
            <a:off x="9226296" y="2216820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pPr algn="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7" name="Level name 155"/>
          <p:cNvSpPr txBox="1"/>
          <p:nvPr/>
        </p:nvSpPr>
        <p:spPr>
          <a:xfrm>
            <a:off x="8449056" y="3041073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ÉLITE</a:t>
            </a:r>
            <a:endParaRPr lang="en-US" sz="1100" dirty="0"/>
          </a:p>
        </p:txBody>
      </p:sp>
      <p:sp>
        <p:nvSpPr>
          <p:cNvPr id="18" name="Level items 156"/>
          <p:cNvSpPr txBox="1"/>
          <p:nvPr/>
        </p:nvSpPr>
        <p:spPr>
          <a:xfrm>
            <a:off x="8449056" y="3892204"/>
            <a:ext cx="3054096" cy="2374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especiales con autoridades.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 en campañas institucionales.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como embajador del semestre.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5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del embajador</a:t>
            </a:r>
            <a:endParaRPr lang="en-US" sz="3000" dirty="0"/>
          </a:p>
        </p:txBody>
      </p:sp>
      <p:sp>
        <p:nvSpPr>
          <p:cNvPr id="4" name="Subtitle 158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 damos todas las herramientas para compartir Westhill de forma fácil y auténtica</a:t>
            </a:r>
            <a:endParaRPr lang="en-US" sz="1600" dirty="0"/>
          </a:p>
        </p:txBody>
      </p:sp>
      <p:pic>
        <p:nvPicPr>
          <p:cNvPr id="5" name="Kit tile 15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Qrcode 16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646890"/>
            <a:ext cx="868680" cy="868680"/>
          </a:xfrm>
          <a:prstGeom prst="rect">
            <a:avLst/>
          </a:prstGeom>
        </p:spPr>
      </p:pic>
      <p:pic>
        <p:nvPicPr>
          <p:cNvPr id="7" name="Icon FaQrcode 161" descr="Qr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37735"/>
            <a:ext cx="713232" cy="713232"/>
          </a:xfrm>
          <a:prstGeom prst="rect">
            <a:avLst/>
          </a:prstGeom>
        </p:spPr>
      </p:pic>
      <p:sp>
        <p:nvSpPr>
          <p:cNvPr id="8" name="Kit label 162"/>
          <p:cNvSpPr txBox="1"/>
          <p:nvPr/>
        </p:nvSpPr>
        <p:spPr>
          <a:xfrm>
            <a:off x="822960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Código QR personalizado.</a:t>
            </a:r>
            <a:endParaRPr lang="en-US" sz="1500" dirty="0"/>
          </a:p>
        </p:txBody>
      </p:sp>
      <p:pic>
        <p:nvPicPr>
          <p:cNvPr id="9" name="Kit tile 1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Whatsapp 164" descr="Whatsap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2737735"/>
            <a:ext cx="713232" cy="713232"/>
          </a:xfrm>
          <a:prstGeom prst="rect">
            <a:avLst/>
          </a:prstGeom>
        </p:spPr>
      </p:pic>
      <p:sp>
        <p:nvSpPr>
          <p:cNvPr id="11" name="Kit label 165"/>
          <p:cNvSpPr txBox="1"/>
          <p:nvPr/>
        </p:nvSpPr>
        <p:spPr>
          <a:xfrm>
            <a:off x="3675888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Imágenes para WhatsApp</a:t>
            </a:r>
            <a:endParaRPr lang="en-US" sz="1500" dirty="0"/>
          </a:p>
        </p:txBody>
      </p:sp>
      <p:pic>
        <p:nvPicPr>
          <p:cNvPr id="12" name="Kit tile 16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Instagram 167" descr="Instagra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2737735"/>
            <a:ext cx="713232" cy="713232"/>
          </a:xfrm>
          <a:prstGeom prst="rect">
            <a:avLst/>
          </a:prstGeom>
        </p:spPr>
      </p:pic>
      <p:sp>
        <p:nvSpPr>
          <p:cNvPr id="14" name="Kit label 168"/>
          <p:cNvSpPr txBox="1"/>
          <p:nvPr/>
        </p:nvSpPr>
        <p:spPr>
          <a:xfrm>
            <a:off x="6528816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 Instagram</a:t>
            </a:r>
            <a:endParaRPr lang="en-US" sz="1500" dirty="0"/>
          </a:p>
        </p:txBody>
      </p:sp>
      <p:pic>
        <p:nvPicPr>
          <p:cNvPr id="15" name="Kit tile 16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Video 170" descr="Vide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1744" y="2737735"/>
            <a:ext cx="713232" cy="713232"/>
          </a:xfrm>
          <a:prstGeom prst="rect">
            <a:avLst/>
          </a:prstGeom>
        </p:spPr>
      </p:pic>
      <p:sp>
        <p:nvSpPr>
          <p:cNvPr id="17" name="Kit label 171"/>
          <p:cNvSpPr txBox="1"/>
          <p:nvPr/>
        </p:nvSpPr>
        <p:spPr>
          <a:xfrm>
            <a:off x="9381744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 cortos</a:t>
            </a:r>
            <a:endParaRPr lang="en-US" sz="1500" dirty="0"/>
          </a:p>
        </p:txBody>
      </p:sp>
      <p:pic>
        <p:nvPicPr>
          <p:cNvPr id="18" name="Kit tile 17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9" name="Icon FaEnvelopeOpenText 173" descr="EnvelopeOpenTex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" y="4810826"/>
            <a:ext cx="713232" cy="713232"/>
          </a:xfrm>
          <a:prstGeom prst="rect">
            <a:avLst/>
          </a:prstGeom>
        </p:spPr>
      </p:pic>
      <p:sp>
        <p:nvSpPr>
          <p:cNvPr id="20" name="Kit label 174"/>
          <p:cNvSpPr txBox="1"/>
          <p:nvPr/>
        </p:nvSpPr>
        <p:spPr>
          <a:xfrm>
            <a:off x="822960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Invitaciones a eventos</a:t>
            </a:r>
            <a:endParaRPr lang="en-US" sz="1500" dirty="0"/>
          </a:p>
        </p:txBody>
      </p:sp>
      <p:pic>
        <p:nvPicPr>
          <p:cNvPr id="21" name="Kit tile 175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1568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BookOpen 176" descr="BookOpe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5888" y="4810826"/>
            <a:ext cx="713232" cy="713232"/>
          </a:xfrm>
          <a:prstGeom prst="rect">
            <a:avLst/>
          </a:prstGeom>
        </p:spPr>
      </p:pic>
      <p:sp>
        <p:nvSpPr>
          <p:cNvPr id="23" name="Kit label 177"/>
          <p:cNvSpPr txBox="1"/>
          <p:nvPr/>
        </p:nvSpPr>
        <p:spPr>
          <a:xfrm>
            <a:off x="3675888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Información de las licenciaturas</a:t>
            </a:r>
            <a:endParaRPr lang="en-US" sz="1500" dirty="0"/>
          </a:p>
        </p:txBody>
      </p:sp>
      <p:pic>
        <p:nvPicPr>
          <p:cNvPr id="24" name="Kit tile 178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54496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Icon FaCommentDots 179" descr="CommentDot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8816" y="4810826"/>
            <a:ext cx="713232" cy="713232"/>
          </a:xfrm>
          <a:prstGeom prst="rect">
            <a:avLst/>
          </a:prstGeom>
        </p:spPr>
      </p:pic>
      <p:sp>
        <p:nvSpPr>
          <p:cNvPr id="26" name="Kit label 180"/>
          <p:cNvSpPr txBox="1"/>
          <p:nvPr/>
        </p:nvSpPr>
        <p:spPr>
          <a:xfrm>
            <a:off x="6528816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Mensajes sugeridos</a:t>
            </a:r>
            <a:endParaRPr lang="en-US" sz="1500" dirty="0"/>
          </a:p>
        </p:txBody>
      </p:sp>
      <p:pic>
        <p:nvPicPr>
          <p:cNvPr id="27" name="Kit tile 181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07424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8" name="Icon FaCalendarDays 182" descr="CalendarDays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81744" y="4810826"/>
            <a:ext cx="713232" cy="713232"/>
          </a:xfrm>
          <a:prstGeom prst="rect">
            <a:avLst/>
          </a:prstGeom>
        </p:spPr>
      </p:pic>
      <p:sp>
        <p:nvSpPr>
          <p:cNvPr id="29" name="Kit label 183"/>
          <p:cNvSpPr txBox="1"/>
          <p:nvPr/>
        </p:nvSpPr>
        <p:spPr>
          <a:xfrm>
            <a:off x="9381744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Calendarios de eventos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  <p:bldP spid="23" grpId="0" animBg="1"/>
      <p:bldP spid="26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84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Reconocimientos</a:t>
            </a:r>
            <a:endParaRPr lang="en-US" sz="3000" dirty="0"/>
          </a:p>
        </p:txBody>
      </p:sp>
      <p:pic>
        <p:nvPicPr>
          <p:cNvPr id="4" name="Recognition card 1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tar 186" descr="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403302"/>
            <a:ext cx="1051560" cy="1051560"/>
          </a:xfrm>
          <a:prstGeom prst="rect">
            <a:avLst/>
          </a:prstGeom>
        </p:spPr>
      </p:pic>
      <p:sp>
        <p:nvSpPr>
          <p:cNvPr id="6" name="Recognition title 187"/>
          <p:cNvSpPr txBox="1"/>
          <p:nvPr/>
        </p:nvSpPr>
        <p:spPr>
          <a:xfrm>
            <a:off x="2240280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MES</a:t>
            </a:r>
            <a:endParaRPr lang="en-US" sz="1200" dirty="0"/>
          </a:p>
        </p:txBody>
      </p:sp>
      <p:pic>
        <p:nvPicPr>
          <p:cNvPr id="7" name="Icon FaBullhorn 188" descr="Bullhor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1865"/>
            <a:ext cx="548640" cy="548640"/>
          </a:xfrm>
          <a:prstGeom prst="rect">
            <a:avLst/>
          </a:prstGeom>
        </p:spPr>
      </p:pic>
      <p:sp>
        <p:nvSpPr>
          <p:cNvPr id="8" name="Recognition item 189"/>
          <p:cNvSpPr txBox="1"/>
          <p:nvPr/>
        </p:nvSpPr>
        <p:spPr>
          <a:xfrm>
            <a:off x="1691640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9" name="Icon FaInstagram 190" descr="Insta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648200"/>
            <a:ext cx="548640" cy="548640"/>
          </a:xfrm>
          <a:prstGeom prst="rect">
            <a:avLst/>
          </a:prstGeom>
        </p:spPr>
      </p:pic>
      <p:sp>
        <p:nvSpPr>
          <p:cNvPr id="10" name="Recognition item 191"/>
          <p:cNvSpPr txBox="1"/>
          <p:nvPr/>
        </p:nvSpPr>
        <p:spPr>
          <a:xfrm>
            <a:off x="1691640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destacadas en Instagram.</a:t>
            </a:r>
            <a:endParaRPr lang="en-US" sz="1500" dirty="0"/>
          </a:p>
        </p:txBody>
      </p:sp>
      <p:pic>
        <p:nvPicPr>
          <p:cNvPr id="11" name="Icon FaMugHot 192" descr="Mug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54535"/>
            <a:ext cx="548640" cy="548640"/>
          </a:xfrm>
          <a:prstGeom prst="rect">
            <a:avLst/>
          </a:prstGeom>
        </p:spPr>
      </p:pic>
      <p:sp>
        <p:nvSpPr>
          <p:cNvPr id="12" name="Recognition item 193"/>
          <p:cNvSpPr txBox="1"/>
          <p:nvPr/>
        </p:nvSpPr>
        <p:spPr>
          <a:xfrm>
            <a:off x="1691640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Regalo Especial. (Un desayuno de Starbucks).</a:t>
            </a:r>
            <a:endParaRPr lang="en-US" sz="1500" dirty="0"/>
          </a:p>
        </p:txBody>
      </p:sp>
      <p:pic>
        <p:nvPicPr>
          <p:cNvPr id="13" name="Recognition card 19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6724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Watermark FaTrophy 19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9975" y="4548447"/>
            <a:ext cx="1554480" cy="1554480"/>
          </a:xfrm>
          <a:prstGeom prst="rect">
            <a:avLst/>
          </a:prstGeom>
        </p:spPr>
      </p:pic>
      <p:pic>
        <p:nvPicPr>
          <p:cNvPr id="15" name="Icon FaTrophy 196" descr="Troph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8204" y="2403302"/>
            <a:ext cx="1051560" cy="1051560"/>
          </a:xfrm>
          <a:prstGeom prst="rect">
            <a:avLst/>
          </a:prstGeom>
        </p:spPr>
      </p:pic>
      <p:sp>
        <p:nvSpPr>
          <p:cNvPr id="16" name="Recognition title 197"/>
          <p:cNvSpPr txBox="1"/>
          <p:nvPr/>
        </p:nvSpPr>
        <p:spPr>
          <a:xfrm>
            <a:off x="7938364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SEMESTRE</a:t>
            </a:r>
            <a:endParaRPr lang="en-US" sz="1200" dirty="0"/>
          </a:p>
        </p:txBody>
      </p:sp>
      <p:pic>
        <p:nvPicPr>
          <p:cNvPr id="17" name="Icon FaBullhorn 198" descr="Bullhor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8204" y="3841865"/>
            <a:ext cx="548640" cy="548640"/>
          </a:xfrm>
          <a:prstGeom prst="rect">
            <a:avLst/>
          </a:prstGeom>
        </p:spPr>
      </p:pic>
      <p:sp>
        <p:nvSpPr>
          <p:cNvPr id="18" name="Recognition item 199"/>
          <p:cNvSpPr txBox="1"/>
          <p:nvPr/>
        </p:nvSpPr>
        <p:spPr>
          <a:xfrm>
            <a:off x="7389724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19" name="Icon FaStar 200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8204" y="4648200"/>
            <a:ext cx="548640" cy="548640"/>
          </a:xfrm>
          <a:prstGeom prst="rect">
            <a:avLst/>
          </a:prstGeom>
        </p:spPr>
      </p:pic>
      <p:sp>
        <p:nvSpPr>
          <p:cNvPr id="20" name="Recognition item 201"/>
          <p:cNvSpPr txBox="1"/>
          <p:nvPr/>
        </p:nvSpPr>
        <p:spPr>
          <a:xfrm>
            <a:off x="7389724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 especial.</a:t>
            </a:r>
            <a:endParaRPr lang="en-US" sz="1500" dirty="0"/>
          </a:p>
        </p:txBody>
      </p:sp>
      <p:pic>
        <p:nvPicPr>
          <p:cNvPr id="21" name="Icon FaNewspaper 202" descr="Newspap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8204" y="5454535"/>
            <a:ext cx="548640" cy="548640"/>
          </a:xfrm>
          <a:prstGeom prst="rect">
            <a:avLst/>
          </a:prstGeom>
        </p:spPr>
      </p:pic>
      <p:sp>
        <p:nvSpPr>
          <p:cNvPr id="22" name="Recognition item 203"/>
          <p:cNvSpPr txBox="1"/>
          <p:nvPr/>
        </p:nvSpPr>
        <p:spPr>
          <a:xfrm>
            <a:off x="7389724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Difusión en medios.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6" grpId="0" animBg="1"/>
      <p:bldP spid="18" grpId="0" animBg="1"/>
      <p:bldP spid="20" grpId="0" animBg="1"/>
      <p:bldP spid="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204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0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206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207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8800" dirty="0"/>
          </a:p>
        </p:txBody>
      </p:sp>
      <p:sp>
        <p:nvSpPr>
          <p:cNvPr id="6" name="Section kicker 208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209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1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 mi carrera</a:t>
            </a:r>
            <a:endParaRPr lang="en-US" sz="3000" dirty="0"/>
          </a:p>
        </p:txBody>
      </p:sp>
      <p:sp>
        <p:nvSpPr>
          <p:cNvPr id="4" name="Subtitle 211"/>
          <p:cNvSpPr txBox="1"/>
          <p:nvPr/>
        </p:nvSpPr>
        <p:spPr>
          <a:xfrm>
            <a:off x="548640" y="1828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un prospecto a vivir una experiencia real en tu carrera.</a:t>
            </a:r>
            <a:endParaRPr lang="en-US" sz="1600" dirty="0"/>
          </a:p>
        </p:txBody>
      </p:sp>
      <p:pic>
        <p:nvPicPr>
          <p:cNvPr id="5" name="Campus photo 212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1015" y="1874520"/>
            <a:ext cx="4892040" cy="44805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8000"/>
              </a:srgbClr>
            </a:outerShdw>
          </a:effectLst>
        </p:spPr>
      </p:pic>
      <p:pic>
        <p:nvPicPr>
          <p:cNvPr id="6" name="Vive row 2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415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ChalkboardUser 214" descr="Chalkboard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650467"/>
            <a:ext cx="530352" cy="530352"/>
          </a:xfrm>
          <a:prstGeom prst="rect">
            <a:avLst/>
          </a:prstGeom>
        </p:spPr>
      </p:pic>
      <p:sp>
        <p:nvSpPr>
          <p:cNvPr id="8" name="Vive item 215"/>
          <p:cNvSpPr txBox="1"/>
          <p:nvPr/>
        </p:nvSpPr>
        <p:spPr>
          <a:xfrm>
            <a:off x="1325880" y="263790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Asiste a una clase.</a:t>
            </a:r>
            <a:endParaRPr lang="en-US" sz="1600" dirty="0"/>
          </a:p>
        </p:txBody>
      </p:sp>
      <p:pic>
        <p:nvPicPr>
          <p:cNvPr id="9" name="Vive row 2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54647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BuildingColumns 217" descr="BuildingColum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420964"/>
            <a:ext cx="530352" cy="530352"/>
          </a:xfrm>
          <a:prstGeom prst="rect">
            <a:avLst/>
          </a:prstGeom>
        </p:spPr>
      </p:pic>
      <p:sp>
        <p:nvSpPr>
          <p:cNvPr id="11" name="Vive item 218"/>
          <p:cNvSpPr txBox="1"/>
          <p:nvPr/>
        </p:nvSpPr>
        <p:spPr>
          <a:xfrm>
            <a:off x="1325880" y="3408403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profesores e instalaciones.</a:t>
            </a:r>
            <a:endParaRPr lang="en-US" sz="1600" dirty="0"/>
          </a:p>
        </p:txBody>
      </p:sp>
      <p:pic>
        <p:nvPicPr>
          <p:cNvPr id="12" name="Vive row 2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25145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Comments 220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4191462"/>
            <a:ext cx="530352" cy="530352"/>
          </a:xfrm>
          <a:prstGeom prst="rect">
            <a:avLst/>
          </a:prstGeom>
        </p:spPr>
      </p:pic>
      <p:sp>
        <p:nvSpPr>
          <p:cNvPr id="14" name="Vive item 221"/>
          <p:cNvSpPr txBox="1"/>
          <p:nvPr/>
        </p:nvSpPr>
        <p:spPr>
          <a:xfrm>
            <a:off x="1325880" y="4178900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Conversa con estudiantes.</a:t>
            </a:r>
            <a:endParaRPr lang="en-US" sz="1600" dirty="0"/>
          </a:p>
        </p:txBody>
      </p:sp>
      <p:pic>
        <p:nvPicPr>
          <p:cNvPr id="15" name="Vive row 22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895642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Flask 223" descr="Flas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4961959"/>
            <a:ext cx="530352" cy="530352"/>
          </a:xfrm>
          <a:prstGeom prst="rect">
            <a:avLst/>
          </a:prstGeom>
        </p:spPr>
      </p:pic>
      <p:sp>
        <p:nvSpPr>
          <p:cNvPr id="17" name="Vive item 224"/>
          <p:cNvSpPr txBox="1"/>
          <p:nvPr/>
        </p:nvSpPr>
        <p:spPr>
          <a:xfrm>
            <a:off x="1325880" y="4949398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laboratorios y actividades.</a:t>
            </a:r>
            <a:endParaRPr lang="en-US" sz="1600" dirty="0"/>
          </a:p>
        </p:txBody>
      </p:sp>
      <p:pic>
        <p:nvPicPr>
          <p:cNvPr id="18" name="Vive row 22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566614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9" name="Icon FaHandshake 226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792" y="5732457"/>
            <a:ext cx="530352" cy="530352"/>
          </a:xfrm>
          <a:prstGeom prst="rect">
            <a:avLst/>
          </a:prstGeom>
        </p:spPr>
      </p:pic>
      <p:sp>
        <p:nvSpPr>
          <p:cNvPr id="20" name="Vive item 227"/>
          <p:cNvSpPr txBox="1"/>
          <p:nvPr/>
        </p:nvSpPr>
        <p:spPr>
          <a:xfrm>
            <a:off x="1325880" y="571989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Sé su anfitrión.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28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Recomendados</a:t>
            </a:r>
            <a:endParaRPr lang="en-US" sz="3000" dirty="0"/>
          </a:p>
        </p:txBody>
      </p:sp>
      <p:sp>
        <p:nvSpPr>
          <p:cNvPr id="4" name="Intro 229"/>
          <p:cNvSpPr txBox="1"/>
          <p:nvPr/>
        </p:nvSpPr>
        <p:spPr>
          <a:xfrm>
            <a:off x="548640" y="1828800"/>
            <a:ext cx="7543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esta información podemos analizar que los medios de contacto de Recomendados, Ferias Escolares y Página Web son los más importantes generadores de inscritos. Para lo cual la propuesta es la siguiente:</a:t>
            </a:r>
            <a:endParaRPr lang="en-US" sz="1250" dirty="0"/>
          </a:p>
        </p:txBody>
      </p:sp>
      <p:pic>
        <p:nvPicPr>
          <p:cNvPr id="5" name="Program card 2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1931"/>
            <a:ext cx="7543800" cy="120410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Link 23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8224"/>
            <a:ext cx="731520" cy="731520"/>
          </a:xfrm>
          <a:prstGeom prst="rect">
            <a:avLst/>
          </a:prstGeom>
        </p:spPr>
      </p:pic>
      <p:sp>
        <p:nvSpPr>
          <p:cNvPr id="7" name="Program text 232"/>
          <p:cNvSpPr txBox="1"/>
          <p:nvPr/>
        </p:nvSpPr>
        <p:spPr>
          <a:xfrm>
            <a:off x="1737360" y="2669768"/>
            <a:ext cx="6172200" cy="1068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 de Recomendados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convertir la recomendación en un programa comercial estructurado. Cada alumno inscrito recibe un código o enlace personalizado de recomendación.</a:t>
            </a:r>
            <a:endParaRPr lang="en-US" sz="1600" dirty="0"/>
          </a:p>
        </p:txBody>
      </p:sp>
      <p:pic>
        <p:nvPicPr>
          <p:cNvPr id="8" name="Bonus card 2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9" name="Bonus title 234"/>
          <p:cNvSpPr txBox="1"/>
          <p:nvPr/>
        </p:nvSpPr>
        <p:spPr>
          <a:xfrm>
            <a:off x="82296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económico (Bono especial)</a:t>
            </a:r>
            <a:endParaRPr lang="en-US" sz="1400" dirty="0"/>
          </a:p>
        </p:txBody>
      </p:sp>
      <p:sp>
        <p:nvSpPr>
          <p:cNvPr id="10" name="Bonus row label 235"/>
          <p:cNvSpPr txBox="1"/>
          <p:nvPr/>
        </p:nvSpPr>
        <p:spPr>
          <a:xfrm>
            <a:off x="822960" y="4543764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300" dirty="0"/>
          </a:p>
        </p:txBody>
      </p:sp>
      <p:sp>
        <p:nvSpPr>
          <p:cNvPr id="11" name="Bonus row amount 236"/>
          <p:cNvSpPr txBox="1"/>
          <p:nvPr/>
        </p:nvSpPr>
        <p:spPr>
          <a:xfrm>
            <a:off x="2743200" y="4543764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2000" dirty="0"/>
          </a:p>
        </p:txBody>
      </p:sp>
      <p:sp>
        <p:nvSpPr>
          <p:cNvPr id="12" name="Bonus row label 237"/>
          <p:cNvSpPr txBox="1"/>
          <p:nvPr/>
        </p:nvSpPr>
        <p:spPr>
          <a:xfrm>
            <a:off x="822960" y="4933826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300" dirty="0"/>
          </a:p>
        </p:txBody>
      </p:sp>
      <p:sp>
        <p:nvSpPr>
          <p:cNvPr id="13" name="Bonus row amount 238"/>
          <p:cNvSpPr txBox="1"/>
          <p:nvPr/>
        </p:nvSpPr>
        <p:spPr>
          <a:xfrm>
            <a:off x="2743200" y="4933826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2000" dirty="0"/>
          </a:p>
        </p:txBody>
      </p:sp>
      <p:sp>
        <p:nvSpPr>
          <p:cNvPr id="14" name="Bonus row label 239"/>
          <p:cNvSpPr txBox="1"/>
          <p:nvPr/>
        </p:nvSpPr>
        <p:spPr>
          <a:xfrm>
            <a:off x="822960" y="5323889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300" dirty="0"/>
          </a:p>
        </p:txBody>
      </p:sp>
      <p:sp>
        <p:nvSpPr>
          <p:cNvPr id="15" name="Bonus row amount 240"/>
          <p:cNvSpPr txBox="1"/>
          <p:nvPr/>
        </p:nvSpPr>
        <p:spPr>
          <a:xfrm>
            <a:off x="2743200" y="5323889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2000" dirty="0"/>
          </a:p>
        </p:txBody>
      </p:sp>
      <p:pic>
        <p:nvPicPr>
          <p:cNvPr id="16" name="Belonging card 24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7" name="Belonging title 242"/>
          <p:cNvSpPr txBox="1"/>
          <p:nvPr/>
        </p:nvSpPr>
        <p:spPr>
          <a:xfrm>
            <a:off x="473202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de Pertenencia:</a:t>
            </a:r>
            <a:endParaRPr lang="en-US" sz="1400" dirty="0"/>
          </a:p>
        </p:txBody>
      </p:sp>
      <p:sp>
        <p:nvSpPr>
          <p:cNvPr id="18" name="Belonging items 243"/>
          <p:cNvSpPr txBox="1"/>
          <p:nvPr/>
        </p:nvSpPr>
        <p:spPr>
          <a:xfrm>
            <a:off x="4732020" y="4543764"/>
            <a:ext cx="3177540" cy="1170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al “Embajador Westhill del mes”. (Historias de Instagram).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un regalo como termo, paraguas, sudadera, etc.</a:t>
            </a:r>
            <a:endParaRPr lang="en-US" sz="1250" dirty="0"/>
          </a:p>
        </p:txBody>
      </p:sp>
      <p:pic>
        <p:nvPicPr>
          <p:cNvPr id="19" name="Bonus note card 24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841145"/>
            <a:ext cx="7543800" cy="559655"/>
          </a:xfrm>
          <a:prstGeom prst="rect">
            <a:avLst/>
          </a:prstGeom>
        </p:spPr>
      </p:pic>
      <p:sp>
        <p:nvSpPr>
          <p:cNvPr id="20" name="Bonus note outline 245"/>
          <p:cNvSpPr/>
          <p:nvPr/>
        </p:nvSpPr>
        <p:spPr>
          <a:xfrm>
            <a:off x="548640" y="5841145"/>
            <a:ext cx="7543800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21" name="Icon FaCircleInfo 246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928949"/>
            <a:ext cx="384048" cy="384048"/>
          </a:xfrm>
          <a:prstGeom prst="rect">
            <a:avLst/>
          </a:prstGeom>
        </p:spPr>
      </p:pic>
      <p:sp>
        <p:nvSpPr>
          <p:cNvPr id="22" name="Bonus note 247"/>
          <p:cNvSpPr txBox="1"/>
          <p:nvPr/>
        </p:nvSpPr>
        <p:spPr>
          <a:xfrm>
            <a:off x="1261872" y="5875064"/>
            <a:ext cx="6647688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100" dirty="0"/>
          </a:p>
        </p:txBody>
      </p:sp>
      <p:pic>
        <p:nvPicPr>
          <p:cNvPr id="23" name="Flyer frame 24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1677" y="1901952"/>
            <a:ext cx="3435387" cy="437997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4" name="Current flyer 249" descr="Programa de referidos actu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405" y="2011680"/>
            <a:ext cx="3215931" cy="4160520"/>
          </a:xfrm>
          <a:prstGeom prst="rect">
            <a:avLst/>
          </a:prstGeom>
        </p:spPr>
      </p:pic>
      <p:sp>
        <p:nvSpPr>
          <p:cNvPr id="25" name="Current tag 250"/>
          <p:cNvSpPr txBox="1"/>
          <p:nvPr/>
        </p:nvSpPr>
        <p:spPr>
          <a:xfrm>
            <a:off x="8564285" y="562356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2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25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5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25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losing hashtag 254"/>
          <p:cNvSpPr txBox="1"/>
          <p:nvPr/>
        </p:nvSpPr>
        <p:spPr>
          <a:xfrm>
            <a:off x="4114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3600" dirty="0"/>
          </a:p>
        </p:txBody>
      </p:sp>
      <p:sp>
        <p:nvSpPr>
          <p:cNvPr id="6" name="Closing subtitle 255"/>
          <p:cNvSpPr txBox="1"/>
          <p:nvPr/>
        </p:nvSpPr>
        <p:spPr>
          <a:xfrm>
            <a:off x="4114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2000" dirty="0"/>
          </a:p>
        </p:txBody>
      </p:sp>
      <p:sp>
        <p:nvSpPr>
          <p:cNvPr id="7" name="Closing date 256"/>
          <p:cNvSpPr txBox="1"/>
          <p:nvPr/>
        </p:nvSpPr>
        <p:spPr>
          <a:xfrm>
            <a:off x="41148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 Enero 2027</a:t>
            </a:r>
            <a:endParaRPr lang="en-US" sz="1700" dirty="0"/>
          </a:p>
        </p:txBody>
      </p:sp>
      <p:sp>
        <p:nvSpPr>
          <p:cNvPr id="8" name="Handle 257"/>
          <p:cNvSpPr txBox="1"/>
          <p:nvPr/>
        </p:nvSpPr>
        <p:spPr>
          <a:xfrm>
            <a:off x="1371600" y="4160520"/>
            <a:ext cx="2651760" cy="51206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Westhill Embajadores">
  <a:themeElements>
    <a:clrScheme name="Westhill Embajadores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Westhill Embajadores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Acción Enero 2027 · Embajadores Westhill 2.0</dc:title>
  <dc:subject>PptxGenJS Presentation</dc:subject>
  <dc:creator>Universidad Westhill</dc:creator>
  <cp:lastModifiedBy>Universidad Westhill</cp:lastModifiedBy>
  <cp:revision>1</cp:revision>
  <dcterms:created xsi:type="dcterms:W3CDTF">2026-10-05T18:37:28Z</dcterms:created>
  <dcterms:modified xsi:type="dcterms:W3CDTF">2026-10-05T18:37:28Z</dcterms:modified>
</cp:coreProperties>
</file>