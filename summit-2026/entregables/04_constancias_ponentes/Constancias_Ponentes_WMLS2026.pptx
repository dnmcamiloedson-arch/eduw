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0058400" cy="7772400"/>
  <p:notesSz cx="7772400" cy="10058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niversidad Westhil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760" y="502920"/>
            <a:ext cx="2468880" cy="991989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14400" y="162763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7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 Facultad de Medicina de la Universidad Westhill otorga la presente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914400" y="1956816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spc="1000" kern="0" dirty="0">
                <a:solidFill>
                  <a:srgbClr val="266294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CONSTANCIA</a:t>
            </a:r>
            <a:endParaRPr lang="en-US" sz="4200" dirty="0"/>
          </a:p>
        </p:txBody>
      </p:sp>
      <p:sp>
        <p:nvSpPr>
          <p:cNvPr id="5" name="Text 2"/>
          <p:cNvSpPr txBox="1"/>
          <p:nvPr/>
        </p:nvSpPr>
        <p:spPr>
          <a:xfrm>
            <a:off x="3840480" y="265176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F2C94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0E2A4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PONENTE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980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246120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2A4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Dr. Juan Manuel Ruiz Molina</a:t>
            </a:r>
            <a:endParaRPr lang="en-US" sz="3200" dirty="0"/>
          </a:p>
        </p:txBody>
      </p:sp>
      <p:sp>
        <p:nvSpPr>
          <p:cNvPr id="8" name="Shape 5"/>
          <p:cNvSpPr/>
          <p:nvPr/>
        </p:nvSpPr>
        <p:spPr>
          <a:xfrm>
            <a:off x="2103120" y="4023360"/>
            <a:ext cx="5852160" cy="0"/>
          </a:xfrm>
          <a:prstGeom prst="line">
            <a:avLst/>
          </a:prstGeom>
          <a:noFill/>
          <a:ln w="25400">
            <a:solidFill>
              <a:srgbClr val="F2C94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005840" y="420624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5243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por su valiosa participación como ponente con la conferencia </a:t>
            </a:r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5243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«Cirugía en el mundo real: visión de un experto»</a:t>
            </a:r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5243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, impartida el miércoles 21 de octubre de 2026 en el </a:t>
            </a:r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5243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Westhill Medical Leadership Summit 2026</a:t>
            </a:r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5243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: «Fronteras de la Medicina: actualización clínica y nuevas perspectivas en la práctica médica».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1325880" y="5989320"/>
            <a:ext cx="2834640" cy="0"/>
          </a:xfrm>
          <a:prstGeom prst="line">
            <a:avLst/>
          </a:prstGeom>
          <a:noFill/>
          <a:ln w="12700">
            <a:solidFill>
              <a:srgbClr val="0E2A4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188720" y="603504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A4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Nombre y firma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188720" y="626364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Cargo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897880" y="5989320"/>
            <a:ext cx="2834640" cy="0"/>
          </a:xfrm>
          <a:prstGeom prst="line">
            <a:avLst/>
          </a:prstGeom>
          <a:noFill/>
          <a:ln w="12700">
            <a:solidFill>
              <a:srgbClr val="0E2A4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760720" y="603504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A4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Nombre y firma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5760720" y="626364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Cargo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685800" y="729691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WESTHILL MEDICAL LEADERSHIP SUMMIT 2026</a:t>
            </a:r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  ·   21, 22 y 23 de octubre de 2026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7315200" y="72969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#SOMOS</a:t>
            </a:r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WESTHILL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niversidad Westhil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760" y="502920"/>
            <a:ext cx="2468880" cy="991989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14400" y="162763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7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 Facultad de Medicina de la Universidad Westhill otorga la presente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914400" y="1956816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spc="1000" kern="0" dirty="0">
                <a:solidFill>
                  <a:srgbClr val="266294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CONSTANCIA</a:t>
            </a:r>
            <a:endParaRPr lang="en-US" sz="4200" dirty="0"/>
          </a:p>
        </p:txBody>
      </p:sp>
      <p:sp>
        <p:nvSpPr>
          <p:cNvPr id="5" name="Text 2"/>
          <p:cNvSpPr txBox="1"/>
          <p:nvPr/>
        </p:nvSpPr>
        <p:spPr>
          <a:xfrm>
            <a:off x="3840480" y="265176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F2C94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0E2A4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PONENTE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980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246120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2A4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Dr. Norberto Ruiz Molina</a:t>
            </a:r>
            <a:endParaRPr lang="en-US" sz="3200" dirty="0"/>
          </a:p>
        </p:txBody>
      </p:sp>
      <p:sp>
        <p:nvSpPr>
          <p:cNvPr id="8" name="Shape 5"/>
          <p:cNvSpPr/>
          <p:nvPr/>
        </p:nvSpPr>
        <p:spPr>
          <a:xfrm>
            <a:off x="2103120" y="4023360"/>
            <a:ext cx="5852160" cy="0"/>
          </a:xfrm>
          <a:prstGeom prst="line">
            <a:avLst/>
          </a:prstGeom>
          <a:noFill/>
          <a:ln w="25400">
            <a:solidFill>
              <a:srgbClr val="F2C94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005840" y="420624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5243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por su valiosa participación como ponente con la conferencia </a:t>
            </a:r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5243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«Enfermedad por reflujo gastroesofágico»</a:t>
            </a:r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5243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, impartida el miércoles 21 de octubre de 2026 en el </a:t>
            </a:r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5243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Westhill Medical Leadership Summit 2026</a:t>
            </a:r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5243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: «Fronteras de la Medicina: actualización clínica y nuevas perspectivas en la práctica médica».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1325880" y="5989320"/>
            <a:ext cx="2834640" cy="0"/>
          </a:xfrm>
          <a:prstGeom prst="line">
            <a:avLst/>
          </a:prstGeom>
          <a:noFill/>
          <a:ln w="12700">
            <a:solidFill>
              <a:srgbClr val="0E2A4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188720" y="603504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A4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Nombre y firma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188720" y="626364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Cargo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897880" y="5989320"/>
            <a:ext cx="2834640" cy="0"/>
          </a:xfrm>
          <a:prstGeom prst="line">
            <a:avLst/>
          </a:prstGeom>
          <a:noFill/>
          <a:ln w="12700">
            <a:solidFill>
              <a:srgbClr val="0E2A4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760720" y="603504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A4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Nombre y firma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5760720" y="626364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Cargo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685800" y="729691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WESTHILL MEDICAL LEADERSHIP SUMMIT 2026</a:t>
            </a:r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  ·   21, 22 y 23 de octubre de 2026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7315200" y="72969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#SOMOS</a:t>
            </a:r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WESTHILL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niversidad Westhil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760" y="502920"/>
            <a:ext cx="2468880" cy="991989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14400" y="162763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7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 Facultad de Medicina de la Universidad Westhill otorga la presente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914400" y="1956816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spc="1000" kern="0" dirty="0">
                <a:solidFill>
                  <a:srgbClr val="266294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CONSTANCIA</a:t>
            </a:r>
            <a:endParaRPr lang="en-US" sz="4200" dirty="0"/>
          </a:p>
        </p:txBody>
      </p:sp>
      <p:sp>
        <p:nvSpPr>
          <p:cNvPr id="5" name="Text 2"/>
          <p:cNvSpPr txBox="1"/>
          <p:nvPr/>
        </p:nvSpPr>
        <p:spPr>
          <a:xfrm>
            <a:off x="3840480" y="265176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F2C94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0E2A4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PONENTE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980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246120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2A4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Dra. Brenda Suaste Carmona</a:t>
            </a:r>
            <a:endParaRPr lang="en-US" sz="3200" dirty="0"/>
          </a:p>
        </p:txBody>
      </p:sp>
      <p:sp>
        <p:nvSpPr>
          <p:cNvPr id="8" name="Shape 5"/>
          <p:cNvSpPr/>
          <p:nvPr/>
        </p:nvSpPr>
        <p:spPr>
          <a:xfrm>
            <a:off x="2103120" y="4023360"/>
            <a:ext cx="5852160" cy="0"/>
          </a:xfrm>
          <a:prstGeom prst="line">
            <a:avLst/>
          </a:prstGeom>
          <a:noFill/>
          <a:ln w="25400">
            <a:solidFill>
              <a:srgbClr val="F2C94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005840" y="420624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5243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por su valiosa participación como ponente con la conferencia </a:t>
            </a:r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5243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«Sintomatología del tracto urinario inferior»</a:t>
            </a:r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5243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, impartida el miércoles 21 de octubre de 2026 en el </a:t>
            </a:r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5243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Westhill Medical Leadership Summit 2026</a:t>
            </a:r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5243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: «Fronteras de la Medicina: actualización clínica y nuevas perspectivas en la práctica médica».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1325880" y="5989320"/>
            <a:ext cx="2834640" cy="0"/>
          </a:xfrm>
          <a:prstGeom prst="line">
            <a:avLst/>
          </a:prstGeom>
          <a:noFill/>
          <a:ln w="12700">
            <a:solidFill>
              <a:srgbClr val="0E2A4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188720" y="603504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A4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Nombre y firma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188720" y="626364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Cargo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897880" y="5989320"/>
            <a:ext cx="2834640" cy="0"/>
          </a:xfrm>
          <a:prstGeom prst="line">
            <a:avLst/>
          </a:prstGeom>
          <a:noFill/>
          <a:ln w="12700">
            <a:solidFill>
              <a:srgbClr val="0E2A4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760720" y="603504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A4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Nombre y firma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5760720" y="626364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Cargo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685800" y="729691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WESTHILL MEDICAL LEADERSHIP SUMMIT 2026</a:t>
            </a:r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  ·   21, 22 y 23 de octubre de 2026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7315200" y="72969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#SOMOS</a:t>
            </a:r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WESTHILL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niversidad Westhil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760" y="502920"/>
            <a:ext cx="2468880" cy="991989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14400" y="162763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7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 Facultad de Medicina de la Universidad Westhill otorga la presente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914400" y="1956816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spc="1000" kern="0" dirty="0">
                <a:solidFill>
                  <a:srgbClr val="266294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CONSTANCIA</a:t>
            </a:r>
            <a:endParaRPr lang="en-US" sz="4200" dirty="0"/>
          </a:p>
        </p:txBody>
      </p:sp>
      <p:sp>
        <p:nvSpPr>
          <p:cNvPr id="5" name="Text 2"/>
          <p:cNvSpPr txBox="1"/>
          <p:nvPr/>
        </p:nvSpPr>
        <p:spPr>
          <a:xfrm>
            <a:off x="3840480" y="265176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F2C94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0E2A4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PONENTE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980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246120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2A4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Dr. Juan José Loera Pineda</a:t>
            </a:r>
            <a:endParaRPr lang="en-US" sz="3200" dirty="0"/>
          </a:p>
        </p:txBody>
      </p:sp>
      <p:sp>
        <p:nvSpPr>
          <p:cNvPr id="8" name="Shape 5"/>
          <p:cNvSpPr/>
          <p:nvPr/>
        </p:nvSpPr>
        <p:spPr>
          <a:xfrm>
            <a:off x="2103120" y="4023360"/>
            <a:ext cx="5852160" cy="0"/>
          </a:xfrm>
          <a:prstGeom prst="line">
            <a:avLst/>
          </a:prstGeom>
          <a:noFill/>
          <a:ln w="25400">
            <a:solidFill>
              <a:srgbClr val="F2C94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005840" y="420624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5243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por su valiosa participación como ponente con la conferencia </a:t>
            </a:r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5243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«Cómo presentarse a la vida como médico en redes sociales»</a:t>
            </a:r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5243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, impartida el miércoles 21 de octubre de 2026 en el </a:t>
            </a:r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5243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Westhill Medical Leadership Summit 2026</a:t>
            </a:r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5243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: «Fronteras de la Medicina: actualización clínica y nuevas perspectivas en la práctica médica».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1325880" y="5989320"/>
            <a:ext cx="2834640" cy="0"/>
          </a:xfrm>
          <a:prstGeom prst="line">
            <a:avLst/>
          </a:prstGeom>
          <a:noFill/>
          <a:ln w="12700">
            <a:solidFill>
              <a:srgbClr val="0E2A4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188720" y="603504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A4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Nombre y firma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188720" y="626364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Cargo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897880" y="5989320"/>
            <a:ext cx="2834640" cy="0"/>
          </a:xfrm>
          <a:prstGeom prst="line">
            <a:avLst/>
          </a:prstGeom>
          <a:noFill/>
          <a:ln w="12700">
            <a:solidFill>
              <a:srgbClr val="0E2A4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760720" y="603504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A4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Nombre y firma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5760720" y="626364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Cargo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685800" y="729691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WESTHILL MEDICAL LEADERSHIP SUMMIT 2026</a:t>
            </a:r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  ·   21, 22 y 23 de octubre de 2026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7315200" y="72969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#SOMOS</a:t>
            </a:r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WESTHILL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niversidad Westhil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760" y="502920"/>
            <a:ext cx="2468880" cy="991989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14400" y="162763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7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 Facultad de Medicina de la Universidad Westhill otorga la presente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914400" y="1956816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spc="1000" kern="0" dirty="0">
                <a:solidFill>
                  <a:srgbClr val="266294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CONSTANCIA</a:t>
            </a:r>
            <a:endParaRPr lang="en-US" sz="4200" dirty="0"/>
          </a:p>
        </p:txBody>
      </p:sp>
      <p:sp>
        <p:nvSpPr>
          <p:cNvPr id="5" name="Text 2"/>
          <p:cNvSpPr txBox="1"/>
          <p:nvPr/>
        </p:nvSpPr>
        <p:spPr>
          <a:xfrm>
            <a:off x="3840480" y="265176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F2C94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0E2A4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PONENTE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980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246120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E2A4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Dr. Alan Maximiliano de los Santos Bernal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2103120" y="4023360"/>
            <a:ext cx="5852160" cy="0"/>
          </a:xfrm>
          <a:prstGeom prst="line">
            <a:avLst/>
          </a:prstGeom>
          <a:noFill/>
          <a:ln w="25400">
            <a:solidFill>
              <a:srgbClr val="F2C94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005840" y="420624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5243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por su valiosa participación como ponente con la conferencia </a:t>
            </a:r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5243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«¿Qué pasa después de la carrera?»</a:t>
            </a:r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5243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, impartida el miércoles 21 de octubre de 2026 en el </a:t>
            </a:r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5243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Westhill Medical Leadership Summit 2026</a:t>
            </a:r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5243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: «Fronteras de la Medicina: actualización clínica y nuevas perspectivas en la práctica médica».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1325880" y="5989320"/>
            <a:ext cx="2834640" cy="0"/>
          </a:xfrm>
          <a:prstGeom prst="line">
            <a:avLst/>
          </a:prstGeom>
          <a:noFill/>
          <a:ln w="12700">
            <a:solidFill>
              <a:srgbClr val="0E2A4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188720" y="603504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A4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Nombre y firma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188720" y="626364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Cargo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897880" y="5989320"/>
            <a:ext cx="2834640" cy="0"/>
          </a:xfrm>
          <a:prstGeom prst="line">
            <a:avLst/>
          </a:prstGeom>
          <a:noFill/>
          <a:ln w="12700">
            <a:solidFill>
              <a:srgbClr val="0E2A4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760720" y="603504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A4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Nombre y firma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5760720" y="626364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Cargo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685800" y="729691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WESTHILL MEDICAL LEADERSHIP SUMMIT 2026</a:t>
            </a:r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  ·   21, 22 y 23 de octubre de 2026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7315200" y="72969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#SOMOS</a:t>
            </a:r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WESTHILL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niversidad Westhil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760" y="502920"/>
            <a:ext cx="2468880" cy="991989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14400" y="162763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7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 Facultad de Medicina de la Universidad Westhill otorga la presente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914400" y="1956816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spc="1000" kern="0" dirty="0">
                <a:solidFill>
                  <a:srgbClr val="266294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CONSTANCIA</a:t>
            </a:r>
            <a:endParaRPr lang="en-US" sz="4200" dirty="0"/>
          </a:p>
        </p:txBody>
      </p:sp>
      <p:sp>
        <p:nvSpPr>
          <p:cNvPr id="5" name="Text 2"/>
          <p:cNvSpPr txBox="1"/>
          <p:nvPr/>
        </p:nvSpPr>
        <p:spPr>
          <a:xfrm>
            <a:off x="3840480" y="265176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F2C94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0E2A4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PONENTE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980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246120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2A4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Dr. José Saúl Sánchez Hernández</a:t>
            </a:r>
            <a:endParaRPr lang="en-US" sz="3200" dirty="0"/>
          </a:p>
        </p:txBody>
      </p:sp>
      <p:sp>
        <p:nvSpPr>
          <p:cNvPr id="8" name="Shape 5"/>
          <p:cNvSpPr/>
          <p:nvPr/>
        </p:nvSpPr>
        <p:spPr>
          <a:xfrm>
            <a:off x="2103120" y="4023360"/>
            <a:ext cx="5852160" cy="0"/>
          </a:xfrm>
          <a:prstGeom prst="line">
            <a:avLst/>
          </a:prstGeom>
          <a:noFill/>
          <a:ln w="25400">
            <a:solidFill>
              <a:srgbClr val="F2C94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005840" y="420624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5243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por su valiosa participación como ponente con la conferencia </a:t>
            </a:r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5243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«Imagenología»</a:t>
            </a:r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5243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, impartida el jueves 22 de octubre de 2026 en el </a:t>
            </a:r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5243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Westhill Medical Leadership Summit 2026</a:t>
            </a:r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5243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: «Fronteras de la Medicina: actualización clínica y nuevas perspectivas en la práctica médica».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1325880" y="5989320"/>
            <a:ext cx="2834640" cy="0"/>
          </a:xfrm>
          <a:prstGeom prst="line">
            <a:avLst/>
          </a:prstGeom>
          <a:noFill/>
          <a:ln w="12700">
            <a:solidFill>
              <a:srgbClr val="0E2A4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188720" y="603504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A4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Nombre y firma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188720" y="626364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Cargo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897880" y="5989320"/>
            <a:ext cx="2834640" cy="0"/>
          </a:xfrm>
          <a:prstGeom prst="line">
            <a:avLst/>
          </a:prstGeom>
          <a:noFill/>
          <a:ln w="12700">
            <a:solidFill>
              <a:srgbClr val="0E2A4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760720" y="603504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A4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Nombre y firma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5760720" y="626364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Cargo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685800" y="729691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WESTHILL MEDICAL LEADERSHIP SUMMIT 2026</a:t>
            </a:r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  ·   21, 22 y 23 de octubre de 2026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7315200" y="72969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#SOMOS</a:t>
            </a:r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WESTHILL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niversidad Westhil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760" y="502920"/>
            <a:ext cx="2468880" cy="991989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14400" y="162763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7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 Facultad de Medicina de la Universidad Westhill otorga la presente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914400" y="1956816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spc="1000" kern="0" dirty="0">
                <a:solidFill>
                  <a:srgbClr val="266294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CONSTANCIA</a:t>
            </a:r>
            <a:endParaRPr lang="en-US" sz="4200" dirty="0"/>
          </a:p>
        </p:txBody>
      </p:sp>
      <p:sp>
        <p:nvSpPr>
          <p:cNvPr id="5" name="Text 2"/>
          <p:cNvSpPr txBox="1"/>
          <p:nvPr/>
        </p:nvSpPr>
        <p:spPr>
          <a:xfrm>
            <a:off x="3840480" y="265176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F2C94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0E2A4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PONENTE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980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246120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2A4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Dr. Marcos Guillermo de la Rosa Viejo</a:t>
            </a:r>
            <a:endParaRPr lang="en-US" sz="3200" dirty="0"/>
          </a:p>
        </p:txBody>
      </p:sp>
      <p:sp>
        <p:nvSpPr>
          <p:cNvPr id="8" name="Shape 5"/>
          <p:cNvSpPr/>
          <p:nvPr/>
        </p:nvSpPr>
        <p:spPr>
          <a:xfrm>
            <a:off x="2103120" y="4023360"/>
            <a:ext cx="5852160" cy="0"/>
          </a:xfrm>
          <a:prstGeom prst="line">
            <a:avLst/>
          </a:prstGeom>
          <a:noFill/>
          <a:ln w="25400">
            <a:solidFill>
              <a:srgbClr val="F2C94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005840" y="420624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5243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por su valiosa participación como ponente con la conferencia </a:t>
            </a:r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5243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«Electrofisiología: electromiografía en la clínica y en la práctica»</a:t>
            </a:r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5243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, impartida el jueves 22 de octubre de 2026 en el </a:t>
            </a:r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5243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Westhill Medical Leadership Summit 2026</a:t>
            </a:r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5243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: «Fronteras de la Medicina: actualización clínica y nuevas perspectivas en la práctica médica».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1325880" y="5989320"/>
            <a:ext cx="2834640" cy="0"/>
          </a:xfrm>
          <a:prstGeom prst="line">
            <a:avLst/>
          </a:prstGeom>
          <a:noFill/>
          <a:ln w="12700">
            <a:solidFill>
              <a:srgbClr val="0E2A4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188720" y="603504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A4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Nombre y firma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188720" y="626364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Cargo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897880" y="5989320"/>
            <a:ext cx="2834640" cy="0"/>
          </a:xfrm>
          <a:prstGeom prst="line">
            <a:avLst/>
          </a:prstGeom>
          <a:noFill/>
          <a:ln w="12700">
            <a:solidFill>
              <a:srgbClr val="0E2A4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760720" y="603504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A4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Nombre y firma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5760720" y="626364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Cargo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685800" y="729691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WESTHILL MEDICAL LEADERSHIP SUMMIT 2026</a:t>
            </a:r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  ·   21, 22 y 23 de octubre de 2026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7315200" y="72969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#SOMOS</a:t>
            </a:r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WESTHILL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niversidad Westhil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760" y="502920"/>
            <a:ext cx="2468880" cy="991989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14400" y="162763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7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 Facultad de Medicina de la Universidad Westhill otorga la presente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914400" y="1956816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spc="1000" kern="0" dirty="0">
                <a:solidFill>
                  <a:srgbClr val="266294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CONSTANCIA</a:t>
            </a:r>
            <a:endParaRPr lang="en-US" sz="4200" dirty="0"/>
          </a:p>
        </p:txBody>
      </p:sp>
      <p:sp>
        <p:nvSpPr>
          <p:cNvPr id="5" name="Text 2"/>
          <p:cNvSpPr txBox="1"/>
          <p:nvPr/>
        </p:nvSpPr>
        <p:spPr>
          <a:xfrm>
            <a:off x="3840480" y="265176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F2C94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0E2A4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PONENTE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980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246120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2A4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Dr. César A. Escalante Campillo</a:t>
            </a:r>
            <a:endParaRPr lang="en-US" sz="3200" dirty="0"/>
          </a:p>
        </p:txBody>
      </p:sp>
      <p:sp>
        <p:nvSpPr>
          <p:cNvPr id="8" name="Shape 5"/>
          <p:cNvSpPr/>
          <p:nvPr/>
        </p:nvSpPr>
        <p:spPr>
          <a:xfrm>
            <a:off x="2103120" y="4023360"/>
            <a:ext cx="5852160" cy="0"/>
          </a:xfrm>
          <a:prstGeom prst="line">
            <a:avLst/>
          </a:prstGeom>
          <a:noFill/>
          <a:ln w="25400">
            <a:solidFill>
              <a:srgbClr val="F2C94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005840" y="420624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5243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por su valiosa participación como ponente con la conferencia </a:t>
            </a:r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5243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«Leadership in Healthcare: Leading High-Performance Medical Teams»</a:t>
            </a:r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5243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, impartida el jueves 22 de octubre de 2026 en el </a:t>
            </a:r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5243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Westhill Medical Leadership Summit 2026</a:t>
            </a:r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5243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: «Fronteras de la Medicina: actualización clínica y nuevas perspectivas en la práctica médica».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1325880" y="5989320"/>
            <a:ext cx="2834640" cy="0"/>
          </a:xfrm>
          <a:prstGeom prst="line">
            <a:avLst/>
          </a:prstGeom>
          <a:noFill/>
          <a:ln w="12700">
            <a:solidFill>
              <a:srgbClr val="0E2A4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188720" y="603504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A4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Nombre y firma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188720" y="626364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Cargo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897880" y="5989320"/>
            <a:ext cx="2834640" cy="0"/>
          </a:xfrm>
          <a:prstGeom prst="line">
            <a:avLst/>
          </a:prstGeom>
          <a:noFill/>
          <a:ln w="12700">
            <a:solidFill>
              <a:srgbClr val="0E2A4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760720" y="603504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A4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Nombre y firma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5760720" y="626364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Cargo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685800" y="729691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WESTHILL MEDICAL LEADERSHIP SUMMIT 2026</a:t>
            </a:r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  ·   21, 22 y 23 de octubre de 2026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7315200" y="72969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#SOMOS</a:t>
            </a:r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WESTHILL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niversidad Westhil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760" y="502920"/>
            <a:ext cx="2468880" cy="991989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14400" y="162763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7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 Facultad de Medicina de la Universidad Westhill otorga la presente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914400" y="1956816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spc="1000" kern="0" dirty="0">
                <a:solidFill>
                  <a:srgbClr val="266294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CONSTANCIA</a:t>
            </a:r>
            <a:endParaRPr lang="en-US" sz="4200" dirty="0"/>
          </a:p>
        </p:txBody>
      </p:sp>
      <p:sp>
        <p:nvSpPr>
          <p:cNvPr id="5" name="Text 2"/>
          <p:cNvSpPr txBox="1"/>
          <p:nvPr/>
        </p:nvSpPr>
        <p:spPr>
          <a:xfrm>
            <a:off x="3840480" y="265176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F2C94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0E2A4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PONENTE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980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246120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2A4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Dra. Guadalupe Rodríguez</a:t>
            </a:r>
            <a:endParaRPr lang="en-US" sz="3200" dirty="0"/>
          </a:p>
        </p:txBody>
      </p:sp>
      <p:sp>
        <p:nvSpPr>
          <p:cNvPr id="8" name="Shape 5"/>
          <p:cNvSpPr/>
          <p:nvPr/>
        </p:nvSpPr>
        <p:spPr>
          <a:xfrm>
            <a:off x="2103120" y="4023360"/>
            <a:ext cx="5852160" cy="0"/>
          </a:xfrm>
          <a:prstGeom prst="line">
            <a:avLst/>
          </a:prstGeom>
          <a:noFill/>
          <a:ln w="25400">
            <a:solidFill>
              <a:srgbClr val="F2C94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005840" y="420624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5243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por su valiosa participación como ponente con la conferencia </a:t>
            </a:r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5243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«Anemias y leucemias»</a:t>
            </a:r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5243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, impartida el jueves 22 de octubre de 2026 en el </a:t>
            </a:r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5243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Westhill Medical Leadership Summit 2026</a:t>
            </a:r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5243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: «Fronteras de la Medicina: actualización clínica y nuevas perspectivas en la práctica médica».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1325880" y="5989320"/>
            <a:ext cx="2834640" cy="0"/>
          </a:xfrm>
          <a:prstGeom prst="line">
            <a:avLst/>
          </a:prstGeom>
          <a:noFill/>
          <a:ln w="12700">
            <a:solidFill>
              <a:srgbClr val="0E2A4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188720" y="603504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A4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Nombre y firma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188720" y="626364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Cargo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897880" y="5989320"/>
            <a:ext cx="2834640" cy="0"/>
          </a:xfrm>
          <a:prstGeom prst="line">
            <a:avLst/>
          </a:prstGeom>
          <a:noFill/>
          <a:ln w="12700">
            <a:solidFill>
              <a:srgbClr val="0E2A4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760720" y="603504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A4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Nombre y firma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5760720" y="626364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Cargo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685800" y="729691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WESTHILL MEDICAL LEADERSHIP SUMMIT 2026</a:t>
            </a:r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  ·   21, 22 y 23 de octubre de 2026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7315200" y="72969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#SOMOS</a:t>
            </a:r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WESTHILL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niversidad Westhil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760" y="502920"/>
            <a:ext cx="2468880" cy="991989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14400" y="162763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7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 Facultad de Medicina de la Universidad Westhill otorga la presente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914400" y="1956816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spc="1000" kern="0" dirty="0">
                <a:solidFill>
                  <a:srgbClr val="266294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CONSTANCIA</a:t>
            </a:r>
            <a:endParaRPr lang="en-US" sz="4200" dirty="0"/>
          </a:p>
        </p:txBody>
      </p:sp>
      <p:sp>
        <p:nvSpPr>
          <p:cNvPr id="5" name="Text 2"/>
          <p:cNvSpPr txBox="1"/>
          <p:nvPr/>
        </p:nvSpPr>
        <p:spPr>
          <a:xfrm>
            <a:off x="3840480" y="265176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F2C94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0E2A4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PONENTE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980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246120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2A4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Dr. Oscar Alejandro Romo Pérez</a:t>
            </a:r>
            <a:endParaRPr lang="en-US" sz="3200" dirty="0"/>
          </a:p>
        </p:txBody>
      </p:sp>
      <p:sp>
        <p:nvSpPr>
          <p:cNvPr id="8" name="Shape 5"/>
          <p:cNvSpPr/>
          <p:nvPr/>
        </p:nvSpPr>
        <p:spPr>
          <a:xfrm>
            <a:off x="2103120" y="4023360"/>
            <a:ext cx="5852160" cy="0"/>
          </a:xfrm>
          <a:prstGeom prst="line">
            <a:avLst/>
          </a:prstGeom>
          <a:noFill/>
          <a:ln w="25400">
            <a:solidFill>
              <a:srgbClr val="F2C94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005840" y="420624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5243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por su valiosa participación como ponente con la conferencia </a:t>
            </a:r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5243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«Agonistas de GLP-1: un viaje a través del tiempo»</a:t>
            </a:r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5243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, impartida el jueves 22 de octubre de 2026 en el </a:t>
            </a:r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5243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Westhill Medical Leadership Summit 2026</a:t>
            </a:r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5243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: «Fronteras de la Medicina: actualización clínica y nuevas perspectivas en la práctica médica».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1325880" y="5989320"/>
            <a:ext cx="2834640" cy="0"/>
          </a:xfrm>
          <a:prstGeom prst="line">
            <a:avLst/>
          </a:prstGeom>
          <a:noFill/>
          <a:ln w="12700">
            <a:solidFill>
              <a:srgbClr val="0E2A4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188720" y="603504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A4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Nombre y firma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188720" y="626364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Cargo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897880" y="5989320"/>
            <a:ext cx="2834640" cy="0"/>
          </a:xfrm>
          <a:prstGeom prst="line">
            <a:avLst/>
          </a:prstGeom>
          <a:noFill/>
          <a:ln w="12700">
            <a:solidFill>
              <a:srgbClr val="0E2A4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760720" y="603504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A4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Nombre y firma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5760720" y="626364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Cargo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685800" y="729691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WESTHILL MEDICAL LEADERSHIP SUMMIT 2026</a:t>
            </a:r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  ·   21, 22 y 23 de octubre de 2026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7315200" y="72969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#SOMOS</a:t>
            </a:r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WESTHILL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niversidad Westhil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760" y="502920"/>
            <a:ext cx="2468880" cy="991989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14400" y="162763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7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 Facultad de Medicina de la Universidad Westhill otorga la presente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914400" y="1956816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spc="1000" kern="0" dirty="0">
                <a:solidFill>
                  <a:srgbClr val="266294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CONSTANCIA</a:t>
            </a:r>
            <a:endParaRPr lang="en-US" sz="4200" dirty="0"/>
          </a:p>
        </p:txBody>
      </p:sp>
      <p:sp>
        <p:nvSpPr>
          <p:cNvPr id="5" name="Text 2"/>
          <p:cNvSpPr txBox="1"/>
          <p:nvPr/>
        </p:nvSpPr>
        <p:spPr>
          <a:xfrm>
            <a:off x="3840480" y="265176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F2C94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0E2A4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PONENTE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980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246120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2A4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Dr. Samuel Alejandro Zimbrón</a:t>
            </a:r>
            <a:endParaRPr lang="en-US" sz="3200" dirty="0"/>
          </a:p>
        </p:txBody>
      </p:sp>
      <p:sp>
        <p:nvSpPr>
          <p:cNvPr id="8" name="Shape 5"/>
          <p:cNvSpPr/>
          <p:nvPr/>
        </p:nvSpPr>
        <p:spPr>
          <a:xfrm>
            <a:off x="2103120" y="4023360"/>
            <a:ext cx="5852160" cy="0"/>
          </a:xfrm>
          <a:prstGeom prst="line">
            <a:avLst/>
          </a:prstGeom>
          <a:noFill/>
          <a:ln w="25400">
            <a:solidFill>
              <a:srgbClr val="F2C94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005840" y="420624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5243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por su valiosa participación como ponente con la conferencia </a:t>
            </a:r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5243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«Nutrición clínica»</a:t>
            </a:r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5243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, impartida el jueves 22 de octubre de 2026 en el </a:t>
            </a:r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5243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Westhill Medical Leadership Summit 2026</a:t>
            </a:r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5243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: «Fronteras de la Medicina: actualización clínica y nuevas perspectivas en la práctica médica».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1325880" y="5989320"/>
            <a:ext cx="2834640" cy="0"/>
          </a:xfrm>
          <a:prstGeom prst="line">
            <a:avLst/>
          </a:prstGeom>
          <a:noFill/>
          <a:ln w="12700">
            <a:solidFill>
              <a:srgbClr val="0E2A4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188720" y="603504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A4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Nombre y firma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188720" y="626364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Cargo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897880" y="5989320"/>
            <a:ext cx="2834640" cy="0"/>
          </a:xfrm>
          <a:prstGeom prst="line">
            <a:avLst/>
          </a:prstGeom>
          <a:noFill/>
          <a:ln w="12700">
            <a:solidFill>
              <a:srgbClr val="0E2A4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760720" y="603504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A4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Nombre y firma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5760720" y="626364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Cargo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685800" y="729691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WESTHILL MEDICAL LEADERSHIP SUMMIT 2026</a:t>
            </a:r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  ·   21, 22 y 23 de octubre de 2026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7315200" y="72969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#SOMOS</a:t>
            </a:r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WESTHILL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niversidad Westhil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760" y="502920"/>
            <a:ext cx="2468880" cy="991989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14400" y="162763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7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 Facultad de Medicina de la Universidad Westhill otorga la presente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914400" y="1956816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spc="1000" kern="0" dirty="0">
                <a:solidFill>
                  <a:srgbClr val="266294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CONSTANCIA</a:t>
            </a:r>
            <a:endParaRPr lang="en-US" sz="4200" dirty="0"/>
          </a:p>
        </p:txBody>
      </p:sp>
      <p:sp>
        <p:nvSpPr>
          <p:cNvPr id="5" name="Text 2"/>
          <p:cNvSpPr txBox="1"/>
          <p:nvPr/>
        </p:nvSpPr>
        <p:spPr>
          <a:xfrm>
            <a:off x="3840480" y="265176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F2C94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0E2A4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PONENTE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980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246120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2A4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Dr. Jorge Macías Garza</a:t>
            </a:r>
            <a:endParaRPr lang="en-US" sz="3200" dirty="0"/>
          </a:p>
        </p:txBody>
      </p:sp>
      <p:sp>
        <p:nvSpPr>
          <p:cNvPr id="8" name="Shape 5"/>
          <p:cNvSpPr/>
          <p:nvPr/>
        </p:nvSpPr>
        <p:spPr>
          <a:xfrm>
            <a:off x="2103120" y="4023360"/>
            <a:ext cx="5852160" cy="0"/>
          </a:xfrm>
          <a:prstGeom prst="line">
            <a:avLst/>
          </a:prstGeom>
          <a:noFill/>
          <a:ln w="25400">
            <a:solidFill>
              <a:srgbClr val="F2C94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005840" y="420624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5243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por su valiosa participación como ponente con la conferencia </a:t>
            </a:r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5243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«AMIR»</a:t>
            </a:r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5243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, impartida el jueves 22 de octubre de 2026 en el </a:t>
            </a:r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5243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Westhill Medical Leadership Summit 2026</a:t>
            </a:r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5243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: «Fronteras de la Medicina: actualización clínica y nuevas perspectivas en la práctica médica».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1325880" y="5989320"/>
            <a:ext cx="2834640" cy="0"/>
          </a:xfrm>
          <a:prstGeom prst="line">
            <a:avLst/>
          </a:prstGeom>
          <a:noFill/>
          <a:ln w="12700">
            <a:solidFill>
              <a:srgbClr val="0E2A4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188720" y="603504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A4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Nombre y firma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188720" y="626364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Cargo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897880" y="5989320"/>
            <a:ext cx="2834640" cy="0"/>
          </a:xfrm>
          <a:prstGeom prst="line">
            <a:avLst/>
          </a:prstGeom>
          <a:noFill/>
          <a:ln w="12700">
            <a:solidFill>
              <a:srgbClr val="0E2A4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760720" y="603504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A4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Nombre y firma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5760720" y="626364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Cargo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685800" y="729691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WESTHILL MEDICAL LEADERSHIP SUMMIT 2026</a:t>
            </a:r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  ·   21, 22 y 23 de octubre de 2026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7315200" y="72969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#SOMOS</a:t>
            </a:r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WESTHILL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niversidad Westhil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760" y="502920"/>
            <a:ext cx="2468880" cy="991989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14400" y="162763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7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 Facultad de Medicina de la Universidad Westhill otorga la presente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914400" y="1956816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spc="1000" kern="0" dirty="0">
                <a:solidFill>
                  <a:srgbClr val="266294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CONSTANCIA</a:t>
            </a:r>
            <a:endParaRPr lang="en-US" sz="4200" dirty="0"/>
          </a:p>
        </p:txBody>
      </p:sp>
      <p:sp>
        <p:nvSpPr>
          <p:cNvPr id="5" name="Text 2"/>
          <p:cNvSpPr txBox="1"/>
          <p:nvPr/>
        </p:nvSpPr>
        <p:spPr>
          <a:xfrm>
            <a:off x="3840480" y="265176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F2C94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0E2A4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PONENTE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980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246120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2A4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Dr. Alejandro Ortíz García-Robles</a:t>
            </a:r>
            <a:endParaRPr lang="en-US" sz="3200" dirty="0"/>
          </a:p>
        </p:txBody>
      </p:sp>
      <p:sp>
        <p:nvSpPr>
          <p:cNvPr id="8" name="Shape 5"/>
          <p:cNvSpPr/>
          <p:nvPr/>
        </p:nvSpPr>
        <p:spPr>
          <a:xfrm>
            <a:off x="2103120" y="4023360"/>
            <a:ext cx="5852160" cy="0"/>
          </a:xfrm>
          <a:prstGeom prst="line">
            <a:avLst/>
          </a:prstGeom>
          <a:noFill/>
          <a:ln w="25400">
            <a:solidFill>
              <a:srgbClr val="F2C94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005840" y="420624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5243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por su valiosa participación como ponente con la conferencia </a:t>
            </a:r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5243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«Interpretación rápida del paciente pediátrico: el ABCDE y el Triángulo de Evaluación Pediátrica»</a:t>
            </a:r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5243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, impartida el jueves 22 de octubre de 2026 en el </a:t>
            </a:r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5243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Westhill Medical Leadership Summit 2026</a:t>
            </a:r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5243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: «Fronteras de la Medicina: actualización clínica y nuevas perspectivas en la práctica médica».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1325880" y="5989320"/>
            <a:ext cx="2834640" cy="0"/>
          </a:xfrm>
          <a:prstGeom prst="line">
            <a:avLst/>
          </a:prstGeom>
          <a:noFill/>
          <a:ln w="12700">
            <a:solidFill>
              <a:srgbClr val="0E2A4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188720" y="603504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A4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Nombre y firma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188720" y="626364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Cargo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897880" y="5989320"/>
            <a:ext cx="2834640" cy="0"/>
          </a:xfrm>
          <a:prstGeom prst="line">
            <a:avLst/>
          </a:prstGeom>
          <a:noFill/>
          <a:ln w="12700">
            <a:solidFill>
              <a:srgbClr val="0E2A4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760720" y="603504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A4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Nombre y firma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5760720" y="626364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Cargo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685800" y="729691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WESTHILL MEDICAL LEADERSHIP SUMMIT 2026</a:t>
            </a:r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  ·   21, 22 y 23 de octubre de 2026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7315200" y="72969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#SOMOS</a:t>
            </a:r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WESTHILL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niversidad Westhil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760" y="502920"/>
            <a:ext cx="2468880" cy="991989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14400" y="162763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7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 Facultad de Medicina de la Universidad Westhill otorga la presente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914400" y="1956816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spc="1000" kern="0" dirty="0">
                <a:solidFill>
                  <a:srgbClr val="266294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CONSTANCIA</a:t>
            </a:r>
            <a:endParaRPr lang="en-US" sz="4200" dirty="0"/>
          </a:p>
        </p:txBody>
      </p:sp>
      <p:sp>
        <p:nvSpPr>
          <p:cNvPr id="5" name="Text 2"/>
          <p:cNvSpPr txBox="1"/>
          <p:nvPr/>
        </p:nvSpPr>
        <p:spPr>
          <a:xfrm>
            <a:off x="3840480" y="265176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F2C94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0E2A4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PONENTE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980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246120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2A4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Dr. Carlos Cortés Reyes</a:t>
            </a:r>
            <a:endParaRPr lang="en-US" sz="3200" dirty="0"/>
          </a:p>
        </p:txBody>
      </p:sp>
      <p:sp>
        <p:nvSpPr>
          <p:cNvPr id="8" name="Shape 5"/>
          <p:cNvSpPr/>
          <p:nvPr/>
        </p:nvSpPr>
        <p:spPr>
          <a:xfrm>
            <a:off x="2103120" y="4023360"/>
            <a:ext cx="5852160" cy="0"/>
          </a:xfrm>
          <a:prstGeom prst="line">
            <a:avLst/>
          </a:prstGeom>
          <a:noFill/>
          <a:ln w="25400">
            <a:solidFill>
              <a:srgbClr val="F2C94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005840" y="420624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5243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por su valiosa participación como ponente con la conferencia </a:t>
            </a:r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5243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«Importancia del tamiz neonatal como factor preventivo de enfermedades metabólicas congénitas»</a:t>
            </a:r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5243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, impartida el jueves 22 de octubre de 2026 en el </a:t>
            </a:r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5243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Westhill Medical Leadership Summit 2026</a:t>
            </a:r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5243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: «Fronteras de la Medicina: actualización clínica y nuevas perspectivas en la práctica médica».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1325880" y="5989320"/>
            <a:ext cx="2834640" cy="0"/>
          </a:xfrm>
          <a:prstGeom prst="line">
            <a:avLst/>
          </a:prstGeom>
          <a:noFill/>
          <a:ln w="12700">
            <a:solidFill>
              <a:srgbClr val="0E2A4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188720" y="603504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A4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Nombre y firma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188720" y="626364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Cargo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897880" y="5989320"/>
            <a:ext cx="2834640" cy="0"/>
          </a:xfrm>
          <a:prstGeom prst="line">
            <a:avLst/>
          </a:prstGeom>
          <a:noFill/>
          <a:ln w="12700">
            <a:solidFill>
              <a:srgbClr val="0E2A4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760720" y="603504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A4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Nombre y firma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5760720" y="626364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Cargo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685800" y="729691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WESTHILL MEDICAL LEADERSHIP SUMMIT 2026</a:t>
            </a:r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  ·   21, 22 y 23 de octubre de 2026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7315200" y="72969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#SOMOS</a:t>
            </a:r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WESTHILL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niversidad Westhil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760" y="502920"/>
            <a:ext cx="2468880" cy="991989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14400" y="162763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7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 Facultad de Medicina de la Universidad Westhill otorga la presente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914400" y="1956816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spc="1000" kern="0" dirty="0">
                <a:solidFill>
                  <a:srgbClr val="266294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CONSTANCIA</a:t>
            </a:r>
            <a:endParaRPr lang="en-US" sz="4200" dirty="0"/>
          </a:p>
        </p:txBody>
      </p:sp>
      <p:sp>
        <p:nvSpPr>
          <p:cNvPr id="5" name="Text 2"/>
          <p:cNvSpPr txBox="1"/>
          <p:nvPr/>
        </p:nvSpPr>
        <p:spPr>
          <a:xfrm>
            <a:off x="3840480" y="265176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F2C94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0E2A4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PONENTE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980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246120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2A4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Dr. José Antonio Bandillo Torres</a:t>
            </a:r>
            <a:endParaRPr lang="en-US" sz="3200" dirty="0"/>
          </a:p>
        </p:txBody>
      </p:sp>
      <p:sp>
        <p:nvSpPr>
          <p:cNvPr id="8" name="Shape 5"/>
          <p:cNvSpPr/>
          <p:nvPr/>
        </p:nvSpPr>
        <p:spPr>
          <a:xfrm>
            <a:off x="2103120" y="4023360"/>
            <a:ext cx="5852160" cy="0"/>
          </a:xfrm>
          <a:prstGeom prst="line">
            <a:avLst/>
          </a:prstGeom>
          <a:noFill/>
          <a:ln w="25400">
            <a:solidFill>
              <a:srgbClr val="F2C94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005840" y="420624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5243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por su valiosa participación como ponente con la conferencia </a:t>
            </a:r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5243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«Urgencias médico quirúrgicas / Toxicología Clínica»</a:t>
            </a:r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5243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, impartida el viernes 23 de octubre de 2026 en el </a:t>
            </a:r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5243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Westhill Medical Leadership Summit 2026</a:t>
            </a:r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5243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: «Fronteras de la Medicina: actualización clínica y nuevas perspectivas en la práctica médica».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1325880" y="5989320"/>
            <a:ext cx="2834640" cy="0"/>
          </a:xfrm>
          <a:prstGeom prst="line">
            <a:avLst/>
          </a:prstGeom>
          <a:noFill/>
          <a:ln w="12700">
            <a:solidFill>
              <a:srgbClr val="0E2A4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188720" y="603504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A4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Nombre y firma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188720" y="626364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Cargo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897880" y="5989320"/>
            <a:ext cx="2834640" cy="0"/>
          </a:xfrm>
          <a:prstGeom prst="line">
            <a:avLst/>
          </a:prstGeom>
          <a:noFill/>
          <a:ln w="12700">
            <a:solidFill>
              <a:srgbClr val="0E2A4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760720" y="603504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A4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Nombre y firma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5760720" y="626364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Cargo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685800" y="729691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WESTHILL MEDICAL LEADERSHIP SUMMIT 2026</a:t>
            </a:r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  ·   21, 22 y 23 de octubre de 2026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7315200" y="72969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#SOMOS</a:t>
            </a:r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WESTHILL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niversidad Westhil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760" y="502920"/>
            <a:ext cx="2468880" cy="991989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14400" y="162763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7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 Facultad de Medicina de la Universidad Westhill otorga la presente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914400" y="1956816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spc="1000" kern="0" dirty="0">
                <a:solidFill>
                  <a:srgbClr val="266294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CONSTANCIA</a:t>
            </a:r>
            <a:endParaRPr lang="en-US" sz="4200" dirty="0"/>
          </a:p>
        </p:txBody>
      </p:sp>
      <p:sp>
        <p:nvSpPr>
          <p:cNvPr id="5" name="Text 2"/>
          <p:cNvSpPr txBox="1"/>
          <p:nvPr/>
        </p:nvSpPr>
        <p:spPr>
          <a:xfrm>
            <a:off x="3840480" y="265176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F2C94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0E2A4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PONENTE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980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246120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2A4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Dr. Francisco Gutierez Delgado</a:t>
            </a:r>
            <a:endParaRPr lang="en-US" sz="3200" dirty="0"/>
          </a:p>
        </p:txBody>
      </p:sp>
      <p:sp>
        <p:nvSpPr>
          <p:cNvPr id="8" name="Shape 5"/>
          <p:cNvSpPr/>
          <p:nvPr/>
        </p:nvSpPr>
        <p:spPr>
          <a:xfrm>
            <a:off x="2103120" y="4023360"/>
            <a:ext cx="5852160" cy="0"/>
          </a:xfrm>
          <a:prstGeom prst="line">
            <a:avLst/>
          </a:prstGeom>
          <a:noFill/>
          <a:ln w="25400">
            <a:solidFill>
              <a:srgbClr val="F2C94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005840" y="420624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5243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por su valiosa participación como ponente con la conferencia </a:t>
            </a:r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5243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«Oncología para el médico interno de pregrado»</a:t>
            </a:r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5243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, impartida el viernes 23 de octubre de 2026 en el </a:t>
            </a:r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5243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Westhill Medical Leadership Summit 2026</a:t>
            </a:r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5243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: «Fronteras de la Medicina: actualización clínica y nuevas perspectivas en la práctica médica».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1325880" y="5989320"/>
            <a:ext cx="2834640" cy="0"/>
          </a:xfrm>
          <a:prstGeom prst="line">
            <a:avLst/>
          </a:prstGeom>
          <a:noFill/>
          <a:ln w="12700">
            <a:solidFill>
              <a:srgbClr val="0E2A4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188720" y="603504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A4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Nombre y firma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188720" y="626364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Cargo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897880" y="5989320"/>
            <a:ext cx="2834640" cy="0"/>
          </a:xfrm>
          <a:prstGeom prst="line">
            <a:avLst/>
          </a:prstGeom>
          <a:noFill/>
          <a:ln w="12700">
            <a:solidFill>
              <a:srgbClr val="0E2A4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760720" y="603504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A4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Nombre y firma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5760720" y="626364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Cargo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685800" y="729691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WESTHILL MEDICAL LEADERSHIP SUMMIT 2026</a:t>
            </a:r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  ·   21, 22 y 23 de octubre de 2026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7315200" y="72969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#SOMOS</a:t>
            </a:r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WESTHILL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niversidad Westhil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760" y="502920"/>
            <a:ext cx="2468880" cy="991989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14400" y="162763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7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 Facultad de Medicina de la Universidad Westhill otorga la presente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914400" y="1956816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spc="1000" kern="0" dirty="0">
                <a:solidFill>
                  <a:srgbClr val="266294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CONSTANCIA</a:t>
            </a:r>
            <a:endParaRPr lang="en-US" sz="4200" dirty="0"/>
          </a:p>
        </p:txBody>
      </p:sp>
      <p:sp>
        <p:nvSpPr>
          <p:cNvPr id="5" name="Text 2"/>
          <p:cNvSpPr txBox="1"/>
          <p:nvPr/>
        </p:nvSpPr>
        <p:spPr>
          <a:xfrm>
            <a:off x="3840480" y="265176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F2C94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0E2A4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PONENTE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980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246120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2A4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Dr. Iker Paris García Pérez</a:t>
            </a:r>
            <a:endParaRPr lang="en-US" sz="3200" dirty="0"/>
          </a:p>
        </p:txBody>
      </p:sp>
      <p:sp>
        <p:nvSpPr>
          <p:cNvPr id="8" name="Shape 5"/>
          <p:cNvSpPr/>
          <p:nvPr/>
        </p:nvSpPr>
        <p:spPr>
          <a:xfrm>
            <a:off x="2103120" y="4023360"/>
            <a:ext cx="5852160" cy="0"/>
          </a:xfrm>
          <a:prstGeom prst="line">
            <a:avLst/>
          </a:prstGeom>
          <a:noFill/>
          <a:ln w="25400">
            <a:solidFill>
              <a:srgbClr val="F2C94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005840" y="420624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5243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por su valiosa participación como ponente con la conferencia </a:t>
            </a:r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5243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«Hacks del ECG patológico»</a:t>
            </a:r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5243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, impartida el viernes 23 de octubre de 2026 en el </a:t>
            </a:r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5243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Westhill Medical Leadership Summit 2026</a:t>
            </a:r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5243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: «Fronteras de la Medicina: actualización clínica y nuevas perspectivas en la práctica médica».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1325880" y="5989320"/>
            <a:ext cx="2834640" cy="0"/>
          </a:xfrm>
          <a:prstGeom prst="line">
            <a:avLst/>
          </a:prstGeom>
          <a:noFill/>
          <a:ln w="12700">
            <a:solidFill>
              <a:srgbClr val="0E2A4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188720" y="603504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A4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Nombre y firma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188720" y="626364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Cargo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897880" y="5989320"/>
            <a:ext cx="2834640" cy="0"/>
          </a:xfrm>
          <a:prstGeom prst="line">
            <a:avLst/>
          </a:prstGeom>
          <a:noFill/>
          <a:ln w="12700">
            <a:solidFill>
              <a:srgbClr val="0E2A4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760720" y="603504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A4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Nombre y firma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5760720" y="626364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Cargo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685800" y="729691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WESTHILL MEDICAL LEADERSHIP SUMMIT 2026</a:t>
            </a:r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  ·   21, 22 y 23 de octubre de 2026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7315200" y="72969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#SOMOS</a:t>
            </a:r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WESTHILL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niversidad Westhil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760" y="502920"/>
            <a:ext cx="2468880" cy="991989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14400" y="162763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7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 Facultad de Medicina de la Universidad Westhill otorga la presente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914400" y="1956816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spc="1000" kern="0" dirty="0">
                <a:solidFill>
                  <a:srgbClr val="266294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CONSTANCIA</a:t>
            </a:r>
            <a:endParaRPr lang="en-US" sz="4200" dirty="0"/>
          </a:p>
        </p:txBody>
      </p:sp>
      <p:sp>
        <p:nvSpPr>
          <p:cNvPr id="5" name="Text 2"/>
          <p:cNvSpPr txBox="1"/>
          <p:nvPr/>
        </p:nvSpPr>
        <p:spPr>
          <a:xfrm>
            <a:off x="3840480" y="265176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F2C94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0E2A4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PONENTE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980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246120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2A4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Dr. Alejandro Alonso Altamirano</a:t>
            </a:r>
            <a:endParaRPr lang="en-US" sz="3200" dirty="0"/>
          </a:p>
        </p:txBody>
      </p:sp>
      <p:sp>
        <p:nvSpPr>
          <p:cNvPr id="8" name="Shape 5"/>
          <p:cNvSpPr/>
          <p:nvPr/>
        </p:nvSpPr>
        <p:spPr>
          <a:xfrm>
            <a:off x="2103120" y="4023360"/>
            <a:ext cx="5852160" cy="0"/>
          </a:xfrm>
          <a:prstGeom prst="line">
            <a:avLst/>
          </a:prstGeom>
          <a:noFill/>
          <a:ln w="25400">
            <a:solidFill>
              <a:srgbClr val="F2C94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005840" y="420624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5243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por su valiosa participación como ponente con la conferencia </a:t>
            </a:r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5243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«Atención Primaria de la Salud y Cobertura Universal en Salud, el nuevo paradigma en la formación médica»</a:t>
            </a:r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5243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, impartida el viernes 23 de octubre de 2026 en el </a:t>
            </a:r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5243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Westhill Medical Leadership Summit 2026</a:t>
            </a:r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5243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: «Fronteras de la Medicina: actualización clínica y nuevas perspectivas en la práctica médica».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1325880" y="5989320"/>
            <a:ext cx="2834640" cy="0"/>
          </a:xfrm>
          <a:prstGeom prst="line">
            <a:avLst/>
          </a:prstGeom>
          <a:noFill/>
          <a:ln w="12700">
            <a:solidFill>
              <a:srgbClr val="0E2A4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188720" y="603504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A4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Nombre y firma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188720" y="626364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Cargo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897880" y="5989320"/>
            <a:ext cx="2834640" cy="0"/>
          </a:xfrm>
          <a:prstGeom prst="line">
            <a:avLst/>
          </a:prstGeom>
          <a:noFill/>
          <a:ln w="12700">
            <a:solidFill>
              <a:srgbClr val="0E2A4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760720" y="603504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A4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Nombre y firma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5760720" y="626364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Cargo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685800" y="729691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WESTHILL MEDICAL LEADERSHIP SUMMIT 2026</a:t>
            </a:r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  ·   21, 22 y 23 de octubre de 2026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7315200" y="72969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#SOMOS</a:t>
            </a:r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WESTHILL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niversidad Westhil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760" y="502920"/>
            <a:ext cx="2468880" cy="991989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14400" y="162763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7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 Facultad de Medicina de la Universidad Westhill otorga la presente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914400" y="1956816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spc="1000" kern="0" dirty="0">
                <a:solidFill>
                  <a:srgbClr val="266294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CONSTANCIA</a:t>
            </a:r>
            <a:endParaRPr lang="en-US" sz="4200" dirty="0"/>
          </a:p>
        </p:txBody>
      </p:sp>
      <p:sp>
        <p:nvSpPr>
          <p:cNvPr id="5" name="Text 2"/>
          <p:cNvSpPr txBox="1"/>
          <p:nvPr/>
        </p:nvSpPr>
        <p:spPr>
          <a:xfrm>
            <a:off x="3840480" y="265176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F2C94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0E2A4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PONENTE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980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246120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2A4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Dr. Luis Armano Gervacio Blanco</a:t>
            </a:r>
            <a:endParaRPr lang="en-US" sz="3200" dirty="0"/>
          </a:p>
        </p:txBody>
      </p:sp>
      <p:sp>
        <p:nvSpPr>
          <p:cNvPr id="8" name="Shape 5"/>
          <p:cNvSpPr/>
          <p:nvPr/>
        </p:nvSpPr>
        <p:spPr>
          <a:xfrm>
            <a:off x="2103120" y="4023360"/>
            <a:ext cx="5852160" cy="0"/>
          </a:xfrm>
          <a:prstGeom prst="line">
            <a:avLst/>
          </a:prstGeom>
          <a:noFill/>
          <a:ln w="25400">
            <a:solidFill>
              <a:srgbClr val="F2C94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005840" y="420624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5243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por su valiosa participación como ponente con la conferencia </a:t>
            </a:r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5243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«Cómo usar la IA sin dejar de pensar clínicamente»</a:t>
            </a:r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5243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, impartida el viernes 23 de octubre de 2026 en el </a:t>
            </a:r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5243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Westhill Medical Leadership Summit 2026</a:t>
            </a:r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5243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: «Fronteras de la Medicina: actualización clínica y nuevas perspectivas en la práctica médica».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1325880" y="5989320"/>
            <a:ext cx="2834640" cy="0"/>
          </a:xfrm>
          <a:prstGeom prst="line">
            <a:avLst/>
          </a:prstGeom>
          <a:noFill/>
          <a:ln w="12700">
            <a:solidFill>
              <a:srgbClr val="0E2A4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188720" y="603504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A4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Nombre y firma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188720" y="626364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Cargo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897880" y="5989320"/>
            <a:ext cx="2834640" cy="0"/>
          </a:xfrm>
          <a:prstGeom prst="line">
            <a:avLst/>
          </a:prstGeom>
          <a:noFill/>
          <a:ln w="12700">
            <a:solidFill>
              <a:srgbClr val="0E2A4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760720" y="603504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A4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Nombre y firma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5760720" y="626364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Cargo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685800" y="729691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WESTHILL MEDICAL LEADERSHIP SUMMIT 2026</a:t>
            </a:r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  ·   21, 22 y 23 de octubre de 2026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7315200" y="72969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#SOMOS</a:t>
            </a:r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WESTHILL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niversidad Westhil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760" y="502920"/>
            <a:ext cx="2468880" cy="991989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14400" y="162763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7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 Facultad de Medicina de la Universidad Westhill otorga la presente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914400" y="1956816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spc="1000" kern="0" dirty="0">
                <a:solidFill>
                  <a:srgbClr val="266294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CONSTANCIA</a:t>
            </a:r>
            <a:endParaRPr lang="en-US" sz="4200" dirty="0"/>
          </a:p>
        </p:txBody>
      </p:sp>
      <p:sp>
        <p:nvSpPr>
          <p:cNvPr id="5" name="Text 2"/>
          <p:cNvSpPr txBox="1"/>
          <p:nvPr/>
        </p:nvSpPr>
        <p:spPr>
          <a:xfrm>
            <a:off x="3840480" y="265176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F2C94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0E2A4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PONENTE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980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246120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2A4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Dr. Asisclo de Jesús Villagómez Ortíz</a:t>
            </a:r>
            <a:endParaRPr lang="en-US" sz="3200" dirty="0"/>
          </a:p>
        </p:txBody>
      </p:sp>
      <p:sp>
        <p:nvSpPr>
          <p:cNvPr id="8" name="Shape 5"/>
          <p:cNvSpPr/>
          <p:nvPr/>
        </p:nvSpPr>
        <p:spPr>
          <a:xfrm>
            <a:off x="2103120" y="4023360"/>
            <a:ext cx="5852160" cy="0"/>
          </a:xfrm>
          <a:prstGeom prst="line">
            <a:avLst/>
          </a:prstGeom>
          <a:noFill/>
          <a:ln w="25400">
            <a:solidFill>
              <a:srgbClr val="F2C94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005840" y="420624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5243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por su valiosa participación como ponente en la </a:t>
            </a:r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5243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«Mesa redonda»</a:t>
            </a:r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5243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, impartida el viernes 23 de octubre de 2026 en el </a:t>
            </a:r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5243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Westhill Medical Leadership Summit 2026</a:t>
            </a:r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5243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: «Fronteras de la Medicina: actualización clínica y nuevas perspectivas en la práctica médica».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1325880" y="5989320"/>
            <a:ext cx="2834640" cy="0"/>
          </a:xfrm>
          <a:prstGeom prst="line">
            <a:avLst/>
          </a:prstGeom>
          <a:noFill/>
          <a:ln w="12700">
            <a:solidFill>
              <a:srgbClr val="0E2A4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188720" y="603504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A4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Nombre y firma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188720" y="626364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Cargo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897880" y="5989320"/>
            <a:ext cx="2834640" cy="0"/>
          </a:xfrm>
          <a:prstGeom prst="line">
            <a:avLst/>
          </a:prstGeom>
          <a:noFill/>
          <a:ln w="12700">
            <a:solidFill>
              <a:srgbClr val="0E2A4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760720" y="603504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A4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Nombre y firma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5760720" y="626364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Cargo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685800" y="729691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WESTHILL MEDICAL LEADERSHIP SUMMIT 2026</a:t>
            </a:r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  ·   21, 22 y 23 de octubre de 2026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7315200" y="72969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#SOMOS</a:t>
            </a:r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WESTHILL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alew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aleway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Universidad Westhill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Constancias ponentes WMLS 2026</dc:title>
  <dc:subject>PptxGenJS Presentation</dc:subject>
  <dc:creator>Universidad Westhill</dc:creator>
  <cp:lastModifiedBy>Universidad Westhill</cp:lastModifiedBy>
  <cp:revision>1</cp:revision>
  <dcterms:created xsi:type="dcterms:W3CDTF">2026-10-07T20:50:59Z</dcterms:created>
  <dcterms:modified xsi:type="dcterms:W3CDTF">2026-10-07T20:50:59Z</dcterms:modified>
</cp:coreProperties>
</file>