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PARTICIPANTE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del participante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asistencia al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médica», celebrado los días 21, 22 y 23 de octubre de 2026 en las instalaciones de la Universidad Westhill.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Universidad Westhill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constancia participante WMLS 2026</dc:title>
  <dc:subject>PptxGenJS Presentation</dc:subject>
  <dc:creator>Universidad Westhill</dc:creator>
  <cp:lastModifiedBy>Universidad Westhill</cp:lastModifiedBy>
  <cp:revision>1</cp:revision>
  <dcterms:created xsi:type="dcterms:W3CDTF">2026-10-07T20:50:59Z</dcterms:created>
  <dcterms:modified xsi:type="dcterms:W3CDTF">2026-10-07T20:50:59Z</dcterms:modified>
</cp:coreProperties>
</file>