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af7675a-309b-e6cd-3496-7326e306fb24}">
          <p14:sldIdLst>
            <p14:sldId id="256"/>
          </p14:sldIdLst>
        </p14:section>
        <p14:section name="Miércoles" id="{0ccd6739-ccc9-1ee9-7d20-53819734d589}">
          <p14:sldIdLst>
            <p14:sldId id="257"/>
          </p14:sldIdLst>
        </p14:section>
        <p14:section name="Jueves" id="{ae03be57-d0cb-278d-2a61-a705a09da87f}">
          <p14:sldIdLst>
            <p14:sldId id="258"/>
          </p14:sldIdLst>
        </p14:section>
        <p14:section name="Viernes" id="{e7f19595-95e7-4d8a-bbc8-cb9913f630f4}">
          <p14:sldIdLst>
            <p14:sldId id="259"/>
          </p14:sldIdLst>
        </p14:section>
        <p14:section name="Cierre" id="{04507a58-47ba-f812-9dc6-fb8e5f934927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943" y="-36576"/>
            <a:ext cx="896112" cy="10762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over title 4"/>
          <p:cNvSpPr txBox="1"/>
          <p:nvPr/>
        </p:nvSpPr>
        <p:spPr>
          <a:xfrm>
            <a:off x="411480" y="23774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endParaRPr lang="en-US" sz="3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Miércoles 21 de octubre</a:t>
            </a:r>
            <a:endParaRPr lang="en-US" sz="3000" dirty="0"/>
          </a:p>
        </p:txBody>
      </p:sp>
      <p:sp>
        <p:nvSpPr>
          <p:cNvPr id="4" name="Subtitle 6"/>
          <p:cNvSpPr txBox="1"/>
          <p:nvPr/>
        </p:nvSpPr>
        <p:spPr>
          <a:xfrm>
            <a:off x="548640" y="1828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Fronteras de la Medicina: actualización clínica y nuevas perspectivas en la práctica médica</a:t>
            </a:r>
            <a:endParaRPr lang="en-US" sz="1500" dirty="0"/>
          </a:p>
        </p:txBody>
      </p:sp>
      <p:graphicFrame>
        <p:nvGraphicFramePr>
          <p:cNvPr id="3" name="Program 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0"/>
                <a:gridCol w="4187952"/>
              </a:tblGrid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4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Horario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 / ponencia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Ponente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08:00–08:30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Ceremonia de apertura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08:30–09:00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Cirugía en el mundo real: visión de un experto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Juan Manuel Ruiz Molina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09:00–09:30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Enfermedad por reflujo gastroesofágico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Norberto Ruiz Molina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09:30–10:30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Coffee break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10:30–11:00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 de patrocinadores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11:00–11:30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Sintomatología del tracto urinario inferior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Dra. Brenda Suaste Carmona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11:30–12:00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Cómo presentarse a la vida como médico en redes sociales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Juan José Loera Pineda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12:00–12:30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¿Qué pasa después de la carrera?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Alan Maximiliano de los Santos Bernal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Fin de la jornada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8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Jueves 22 de octubre</a:t>
            </a:r>
            <a:endParaRPr lang="en-US" sz="3000" dirty="0"/>
          </a:p>
        </p:txBody>
      </p:sp>
      <p:sp>
        <p:nvSpPr>
          <p:cNvPr id="4" name="Subtitle 9"/>
          <p:cNvSpPr txBox="1"/>
          <p:nvPr/>
        </p:nvSpPr>
        <p:spPr>
          <a:xfrm>
            <a:off x="548640" y="1828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Fronteras de la Medicina: actualización clínica y nuevas perspectivas en la práctica médica</a:t>
            </a:r>
            <a:endParaRPr lang="en-US" sz="1500" dirty="0"/>
          </a:p>
        </p:txBody>
      </p:sp>
      <p:graphicFrame>
        <p:nvGraphicFramePr>
          <p:cNvPr id="4" name="Program 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0"/>
                <a:gridCol w="4187952"/>
              </a:tblGrid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A4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Horario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 / ponencia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Ponente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09:00–09:30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Imagenología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José Saúl Sánchez Hernández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09:30–10:00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Electrofisiología: electromiografía en la clínica y en la práctica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Marcos Guillermo de la Rosa Viejo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10:00–10:30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Leadership in Healthcare: Leading High-Performance Medical Teams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César A. Escalante Campillo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10:30–11:30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Coffee break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11:30–12:00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Anemias y leucemias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Dra. Guadalupe Rodríguez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Jefa de Hematología, La Raza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12:00–12:30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Agonistas de GLP-1: un viaje a través del tiempo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Oscar Alejandro Romo Pérez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12:30–13:00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Nutrición clínica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Samuel Alejandro Zimbrón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13:00–13:30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AMIR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Jorge Macías Garza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13:30–14:00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Interpretación rápida del paciente pediátrico: el ABCDE y el Triángulo de Evaluación Pediátrica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Alejandro Ortíz García-Robles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14:00–14:30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Importancia del tamiz neonatal como factor preventivo de enfermedades metabólicas congénitas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Carlos Cortés Reyes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14:30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Fin de la jornada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1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Viernes 23 de octubre</a:t>
            </a:r>
            <a:endParaRPr lang="en-US" sz="3000" dirty="0"/>
          </a:p>
        </p:txBody>
      </p:sp>
      <p:sp>
        <p:nvSpPr>
          <p:cNvPr id="4" name="Subtitle 12"/>
          <p:cNvSpPr txBox="1"/>
          <p:nvPr/>
        </p:nvSpPr>
        <p:spPr>
          <a:xfrm>
            <a:off x="548640" y="1828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Fronteras de la Medicina: actualización clínica y nuevas perspectivas en la práctica médica</a:t>
            </a:r>
            <a:endParaRPr lang="en-US" sz="1500" dirty="0"/>
          </a:p>
        </p:txBody>
      </p:sp>
      <p:graphicFrame>
        <p:nvGraphicFramePr>
          <p:cNvPr id="5" name="Program 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0"/>
                <a:gridCol w="4187952"/>
              </a:tblGrid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4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Horario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 / ponencia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Ponente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08:00–08:30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Urgencias médico quirúrgicas / Toxicología Clínica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José Antonio Bandillo Torres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08:30–09:00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Oncología para el médico interno de pregrado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Francisco Gutierez Delgado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09:00–09:30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Hacks del ECG patológico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Iker Paris García Pérez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09:30–10:00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 de patrocinadores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10:00–11:00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Coffee break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11:00–11:30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Atención Primaria de la Salud y Cobertura Universal en Salud, el nuevo paradigma en la formación médica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Alejandro Alonso Altamirano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11:30–12:00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Cómo usar la IA sin dejar de pensar clínicamente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Luis Armano Gervacio Blanco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12:00–12:30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Mesa redonda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Dr. Asisclo de Jesús Villagómez Ortíz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12:30–13:00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Ceremonia de cierre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2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13:00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Fin de la jornada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4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16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losing headline 17"/>
          <p:cNvSpPr txBox="1"/>
          <p:nvPr/>
        </p:nvSpPr>
        <p:spPr>
          <a:xfrm>
            <a:off x="4114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#SOMOSWESTHILL</a:t>
            </a:r>
            <a:endParaRPr lang="en-US" sz="3600" dirty="0"/>
          </a:p>
        </p:txBody>
      </p:sp>
      <p:sp>
        <p:nvSpPr>
          <p:cNvPr id="6" name="Closing line 1 18"/>
          <p:cNvSpPr txBox="1"/>
          <p:nvPr/>
        </p:nvSpPr>
        <p:spPr>
          <a:xfrm>
            <a:off x="411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endParaRPr lang="en-US" sz="1500" dirty="0"/>
          </a:p>
        </p:txBody>
      </p:sp>
      <p:sp>
        <p:nvSpPr>
          <p:cNvPr id="7" name="Closing line 2 19"/>
          <p:cNvSpPr txBox="1"/>
          <p:nvPr/>
        </p:nvSpPr>
        <p:spPr>
          <a:xfrm>
            <a:off x="4114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 22 y 23 de octubre de 2026</a:t>
            </a:r>
            <a:endParaRPr lang="en-US" sz="1700" dirty="0"/>
          </a:p>
        </p:txBody>
      </p:sp>
      <p:sp>
        <p:nvSpPr>
          <p:cNvPr id="8" name="Handle 20"/>
          <p:cNvSpPr txBox="1"/>
          <p:nvPr/>
        </p:nvSpPr>
        <p:spPr>
          <a:xfrm>
            <a:off x="1371600" y="4160520"/>
            <a:ext cx="2651760" cy="51206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esthill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Westhill Medical Leadership Summit 2026</dc:title>
  <dc:subject>PptxGenJS Presentation</dc:subject>
  <dc:creator>Universidad Westhill</dc:creator>
  <cp:lastModifiedBy>Universidad Westhill</cp:lastModifiedBy>
  <cp:revision>1</cp:revision>
  <dcterms:created xsi:type="dcterms:W3CDTF">2026-10-07T20:50:59Z</dcterms:created>
  <dcterms:modified xsi:type="dcterms:W3CDTF">2026-10-07T20:50:59Z</dcterms:modified>
</cp:coreProperties>
</file>