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e7149485-3998-c312-2e39-3798e2054b0e}">
          <p14:sldIdLst>
            <p14:sldId id="256"/>
          </p14:sldIdLst>
        </p14:section>
        <p14:section name="Portada de ponencia" id="{79a70867-fdaf-7e57-d647-08a87d4aa2a2}">
          <p14:sldIdLst>
            <p14:sldId id="257"/>
          </p14:sldIdLst>
        </p14:section>
        <p14:section name="Ponente" id="{c6ffe754-55af-6cfc-534f-8e581f197f15}">
          <p14:sldIdLst>
            <p14:sldId id="258"/>
          </p14:sldIdLst>
        </p14:section>
        <p14:section name="Sección" id="{1bc15cf0-1682-27dd-d80e-242c9635bd52}">
          <p14:sldIdLst>
            <p14:sldId id="259"/>
          </p14:sldIdLst>
        </p14:section>
        <p14:section name="Contenido" id="{9b29b47a-4b25-0892-8225-97a40b39585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ierre de la ponencia" id="{897067f8-72b2-6786-4b39-71826bcdd2cc}">
          <p14:sldIdLst>
            <p14:sldId id="266"/>
            <p14:sldId id="267"/>
          </p14:sldIdLst>
        </p14:section>
        <p14:section name="Cierre" id="{591d4cee-2394-5838-9f63-5cfdfcf92b1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943" y="-36576"/>
            <a:ext cx="896112" cy="10762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1215" y="6510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Int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1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3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over title 4"/>
          <p:cNvSpPr txBox="1"/>
          <p:nvPr/>
        </p:nvSpPr>
        <p:spPr>
          <a:xfrm>
            <a:off x="411480" y="23774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endParaRPr lang="en-US" sz="3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5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7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over title 8"/>
          <p:cNvSpPr txBox="1"/>
          <p:nvPr/>
        </p:nvSpPr>
        <p:spPr>
          <a:xfrm>
            <a:off x="411480" y="23774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Título de la ponencia</a:t>
            </a:r>
            <a:endParaRPr lang="en-US" sz="3600" dirty="0"/>
          </a:p>
        </p:txBody>
      </p:sp>
      <p:sp>
        <p:nvSpPr>
          <p:cNvPr id="6" name="Cover subtitle 9"/>
          <p:cNvSpPr txBox="1"/>
          <p:nvPr/>
        </p:nvSpPr>
        <p:spPr>
          <a:xfrm>
            <a:off x="41148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del ponente</a:t>
            </a:r>
            <a:endParaRPr lang="en-US" sz="2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0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Presentación del ponente</a:t>
            </a:r>
            <a:endParaRPr lang="en-US" sz="3000" dirty="0"/>
          </a:p>
        </p:txBody>
      </p:sp>
      <p:pic>
        <p:nvPicPr>
          <p:cNvPr id="4" name="Image slot 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5553"/>
            <a:ext cx="3566160" cy="4300451"/>
          </a:xfrm>
          <a:prstGeom prst="rect">
            <a:avLst/>
          </a:prstGeom>
        </p:spPr>
      </p:pic>
      <p:sp>
        <p:nvSpPr>
          <p:cNvPr id="5" name="Image slot outline 12"/>
          <p:cNvSpPr/>
          <p:nvPr/>
        </p:nvSpPr>
        <p:spPr>
          <a:xfrm>
            <a:off x="548640" y="2055553"/>
            <a:ext cx="3566160" cy="4300451"/>
          </a:xfrm>
          <a:prstGeom prst="roundRect">
            <a:avLst>
              <a:gd name="adj" fmla="val 4103"/>
            </a:avLst>
          </a:prstGeom>
          <a:ln w="19050">
            <a:solidFill>
              <a:srgbClr val="8FB3D9"/>
            </a:solidFill>
            <a:prstDash val="dash"/>
          </a:ln>
        </p:spPr>
      </p:sp>
      <p:pic>
        <p:nvPicPr>
          <p:cNvPr id="6" name="Icon FaImage 13" descr="I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660833"/>
            <a:ext cx="731520" cy="731520"/>
          </a:xfrm>
          <a:prstGeom prst="rect">
            <a:avLst/>
          </a:prstGeom>
        </p:spPr>
      </p:pic>
      <p:sp>
        <p:nvSpPr>
          <p:cNvPr id="7" name="Image slot label 14"/>
          <p:cNvSpPr txBox="1"/>
          <p:nvPr/>
        </p:nvSpPr>
        <p:spPr>
          <a:xfrm>
            <a:off x="731520" y="4474556"/>
            <a:ext cx="3200400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Fotografía del ponente</a:t>
            </a:r>
            <a:endParaRPr lang="en-US" sz="1300" dirty="0"/>
          </a:p>
        </p:txBody>
      </p:sp>
      <p:sp>
        <p:nvSpPr>
          <p:cNvPr id="8" name="Speaker kicker 15"/>
          <p:cNvSpPr txBox="1"/>
          <p:nvPr/>
        </p:nvSpPr>
        <p:spPr>
          <a:xfrm>
            <a:off x="4526280" y="2100349"/>
            <a:ext cx="6858000" cy="31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300" dirty="0"/>
          </a:p>
        </p:txBody>
      </p:sp>
      <p:sp>
        <p:nvSpPr>
          <p:cNvPr id="9" name="Speaker name 16"/>
          <p:cNvSpPr txBox="1"/>
          <p:nvPr/>
        </p:nvSpPr>
        <p:spPr>
          <a:xfrm>
            <a:off x="4526280" y="2413924"/>
            <a:ext cx="7040880" cy="671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del ponente</a:t>
            </a:r>
            <a:endParaRPr lang="en-US" sz="3200" dirty="0"/>
          </a:p>
        </p:txBody>
      </p:sp>
      <p:sp>
        <p:nvSpPr>
          <p:cNvPr id="10" name="Speaker role 17"/>
          <p:cNvSpPr txBox="1"/>
          <p:nvPr/>
        </p:nvSpPr>
        <p:spPr>
          <a:xfrm>
            <a:off x="4526280" y="3085869"/>
            <a:ext cx="704088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Cargo, especialidad o institución</a:t>
            </a:r>
            <a:endParaRPr lang="en-US" sz="1700" dirty="0"/>
          </a:p>
        </p:txBody>
      </p:sp>
      <p:pic>
        <p:nvPicPr>
          <p:cNvPr id="11" name="Talk card 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757815"/>
            <a:ext cx="7114032" cy="2598189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2" name="Watermark FaStethoscope 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502727"/>
            <a:ext cx="1645920" cy="1645920"/>
          </a:xfrm>
          <a:prstGeom prst="rect">
            <a:avLst/>
          </a:prstGeom>
        </p:spPr>
      </p:pic>
      <p:pic>
        <p:nvPicPr>
          <p:cNvPr id="13" name="Icon FaMicrophoneLines 20" descr="MicrophoneLin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19665"/>
            <a:ext cx="685800" cy="685800"/>
          </a:xfrm>
          <a:prstGeom prst="rect">
            <a:avLst/>
          </a:prstGeom>
        </p:spPr>
      </p:pic>
      <p:sp>
        <p:nvSpPr>
          <p:cNvPr id="14" name="Talk label 21"/>
          <p:cNvSpPr txBox="1"/>
          <p:nvPr/>
        </p:nvSpPr>
        <p:spPr>
          <a:xfrm>
            <a:off x="5715000" y="4026593"/>
            <a:ext cx="3657600" cy="671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PONENCIA</a:t>
            </a:r>
            <a:endParaRPr lang="en-US" sz="1500" dirty="0"/>
          </a:p>
        </p:txBody>
      </p:sp>
      <p:sp>
        <p:nvSpPr>
          <p:cNvPr id="15" name="Talk title 22"/>
          <p:cNvSpPr txBox="1"/>
          <p:nvPr/>
        </p:nvSpPr>
        <p:spPr>
          <a:xfrm>
            <a:off x="4846320" y="4877724"/>
            <a:ext cx="6309360" cy="89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Título de la ponencia</a:t>
            </a:r>
            <a:endParaRPr lang="en-US" sz="2400" dirty="0"/>
          </a:p>
        </p:txBody>
      </p:sp>
      <p:sp>
        <p:nvSpPr>
          <p:cNvPr id="16" name="Talk time 23"/>
          <p:cNvSpPr txBox="1"/>
          <p:nvPr/>
        </p:nvSpPr>
        <p:spPr>
          <a:xfrm>
            <a:off x="4846320" y="5773651"/>
            <a:ext cx="2377440" cy="376289"/>
          </a:xfrm>
          <a:prstGeom prst="roundRect">
            <a:avLst>
              <a:gd name="adj" fmla="val 5103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Día · Horario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24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26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27"/>
          <p:cNvSpPr txBox="1"/>
          <p:nvPr/>
        </p:nvSpPr>
        <p:spPr>
          <a:xfrm>
            <a:off x="41148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8800" dirty="0"/>
          </a:p>
        </p:txBody>
      </p:sp>
      <p:sp>
        <p:nvSpPr>
          <p:cNvPr id="6" name="Section kicker 28"/>
          <p:cNvSpPr txBox="1"/>
          <p:nvPr/>
        </p:nvSpPr>
        <p:spPr>
          <a:xfrm>
            <a:off x="411480" y="3172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29"/>
          <p:cNvSpPr txBox="1"/>
          <p:nvPr/>
        </p:nvSpPr>
        <p:spPr>
          <a:xfrm>
            <a:off x="411480" y="35021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Título de la sección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30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Título de la diapositiva</a:t>
            </a:r>
            <a:endParaRPr lang="en-US" sz="3000" dirty="0"/>
          </a:p>
        </p:txBody>
      </p:sp>
      <p:sp>
        <p:nvSpPr>
          <p:cNvPr id="4" name="Subtitle 31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Subtítulo opcional de la diapositiva</a:t>
            </a:r>
            <a:endParaRPr lang="en-US" sz="1600" dirty="0"/>
          </a:p>
        </p:txBody>
      </p:sp>
      <p:sp>
        <p:nvSpPr>
          <p:cNvPr id="5" name="Body text 32"/>
          <p:cNvSpPr txBox="1"/>
          <p:nvPr/>
        </p:nvSpPr>
        <p:spPr>
          <a:xfrm>
            <a:off x="548640" y="2279535"/>
            <a:ext cx="6035040" cy="107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Escribe aquí el texto principal. Usa frases cortas: la diapositiva acompaña tu exposición, no la sustituye.</a:t>
            </a:r>
            <a:endParaRPr lang="en-US" sz="1700" dirty="0"/>
          </a:p>
        </p:txBody>
      </p:sp>
      <p:pic>
        <p:nvPicPr>
          <p:cNvPr id="6" name="Key idea card 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89036"/>
            <a:ext cx="6035040" cy="286696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7" name="Watermark FaLightbulb 3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652520"/>
            <a:ext cx="1554480" cy="1554480"/>
          </a:xfrm>
          <a:prstGeom prst="rect">
            <a:avLst/>
          </a:prstGeom>
        </p:spPr>
      </p:pic>
      <p:pic>
        <p:nvPicPr>
          <p:cNvPr id="8" name="Icon FaLightbulb 35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50425"/>
            <a:ext cx="731520" cy="731520"/>
          </a:xfrm>
          <a:prstGeom prst="rect">
            <a:avLst/>
          </a:prstGeom>
        </p:spPr>
      </p:pic>
      <p:sp>
        <p:nvSpPr>
          <p:cNvPr id="9" name="Key idea label 36"/>
          <p:cNvSpPr txBox="1"/>
          <p:nvPr/>
        </p:nvSpPr>
        <p:spPr>
          <a:xfrm>
            <a:off x="1828800" y="3757815"/>
            <a:ext cx="3657600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CLAVE</a:t>
            </a:r>
            <a:endParaRPr lang="en-US" sz="1600" dirty="0"/>
          </a:p>
        </p:txBody>
      </p:sp>
      <p:sp>
        <p:nvSpPr>
          <p:cNvPr id="10" name="Key idea text 37"/>
          <p:cNvSpPr txBox="1"/>
          <p:nvPr/>
        </p:nvSpPr>
        <p:spPr>
          <a:xfrm>
            <a:off x="914400" y="4653742"/>
            <a:ext cx="5303520" cy="143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mensaje más importante de la diapositiva va en esta tarjeta destacada.</a:t>
            </a:r>
            <a:endParaRPr lang="en-US" sz="1800" dirty="0"/>
          </a:p>
        </p:txBody>
      </p:sp>
      <p:pic>
        <p:nvPicPr>
          <p:cNvPr id="11" name="List card 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145145"/>
            <a:ext cx="4690872" cy="421085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2" name="List title 39"/>
          <p:cNvSpPr txBox="1"/>
          <p:nvPr/>
        </p:nvSpPr>
        <p:spPr>
          <a:xfrm>
            <a:off x="7269480" y="2324331"/>
            <a:ext cx="42062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Puntos a desarrollar</a:t>
            </a:r>
            <a:endParaRPr lang="en-US" sz="1900" dirty="0"/>
          </a:p>
        </p:txBody>
      </p:sp>
      <p:pic>
        <p:nvPicPr>
          <p:cNvPr id="13" name="Icon FaStethoscope 40" descr="Stethoscop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991289"/>
            <a:ext cx="493776" cy="493776"/>
          </a:xfrm>
          <a:prstGeom prst="rect">
            <a:avLst/>
          </a:prstGeom>
        </p:spPr>
      </p:pic>
      <p:sp>
        <p:nvSpPr>
          <p:cNvPr id="14" name="List item 41"/>
          <p:cNvSpPr txBox="1"/>
          <p:nvPr/>
        </p:nvSpPr>
        <p:spPr>
          <a:xfrm>
            <a:off x="7955280" y="2996276"/>
            <a:ext cx="3520440" cy="483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Primer punto</a:t>
            </a:r>
            <a:endParaRPr lang="en-US" sz="1500" dirty="0"/>
          </a:p>
        </p:txBody>
      </p:sp>
      <p:pic>
        <p:nvPicPr>
          <p:cNvPr id="15" name="Icon FaHeartPulse 42" descr="HeartPul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645316"/>
            <a:ext cx="493776" cy="493776"/>
          </a:xfrm>
          <a:prstGeom prst="rect">
            <a:avLst/>
          </a:prstGeom>
        </p:spPr>
      </p:pic>
      <p:sp>
        <p:nvSpPr>
          <p:cNvPr id="16" name="List item 43"/>
          <p:cNvSpPr txBox="1"/>
          <p:nvPr/>
        </p:nvSpPr>
        <p:spPr>
          <a:xfrm>
            <a:off x="7955280" y="3650303"/>
            <a:ext cx="3520440" cy="483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punto</a:t>
            </a:r>
            <a:endParaRPr lang="en-US" sz="1500" dirty="0"/>
          </a:p>
        </p:txBody>
      </p:sp>
      <p:pic>
        <p:nvPicPr>
          <p:cNvPr id="17" name="Icon FaMicroscope 44" descr="Microscop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4299343"/>
            <a:ext cx="493776" cy="493776"/>
          </a:xfrm>
          <a:prstGeom prst="rect">
            <a:avLst/>
          </a:prstGeom>
        </p:spPr>
      </p:pic>
      <p:sp>
        <p:nvSpPr>
          <p:cNvPr id="18" name="List item 45"/>
          <p:cNvSpPr txBox="1"/>
          <p:nvPr/>
        </p:nvSpPr>
        <p:spPr>
          <a:xfrm>
            <a:off x="7955280" y="4304330"/>
            <a:ext cx="3520440" cy="483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Tercer punto</a:t>
            </a:r>
            <a:endParaRPr lang="en-US" sz="1500" dirty="0"/>
          </a:p>
        </p:txBody>
      </p:sp>
      <p:pic>
        <p:nvPicPr>
          <p:cNvPr id="19" name="Icon FaUserDoctor 46" descr="UserDoct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4953369"/>
            <a:ext cx="493776" cy="493776"/>
          </a:xfrm>
          <a:prstGeom prst="rect">
            <a:avLst/>
          </a:prstGeom>
        </p:spPr>
      </p:pic>
      <p:sp>
        <p:nvSpPr>
          <p:cNvPr id="20" name="List item 47"/>
          <p:cNvSpPr txBox="1"/>
          <p:nvPr/>
        </p:nvSpPr>
        <p:spPr>
          <a:xfrm>
            <a:off x="7955280" y="4958357"/>
            <a:ext cx="3520440" cy="483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Cuarto punto</a:t>
            </a:r>
            <a:endParaRPr lang="en-US" sz="1500" dirty="0"/>
          </a:p>
        </p:txBody>
      </p:sp>
      <p:pic>
        <p:nvPicPr>
          <p:cNvPr id="21" name="Icon FaStar 48" descr="St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0" y="5607396"/>
            <a:ext cx="493776" cy="493776"/>
          </a:xfrm>
          <a:prstGeom prst="rect">
            <a:avLst/>
          </a:prstGeom>
        </p:spPr>
      </p:pic>
      <p:sp>
        <p:nvSpPr>
          <p:cNvPr id="22" name="List item 49"/>
          <p:cNvSpPr txBox="1"/>
          <p:nvPr/>
        </p:nvSpPr>
        <p:spPr>
          <a:xfrm>
            <a:off x="7955280" y="5612384"/>
            <a:ext cx="3520440" cy="483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Punto destacado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50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Tres conceptos</a:t>
            </a:r>
            <a:endParaRPr lang="en-US" sz="3000" dirty="0"/>
          </a:p>
        </p:txBody>
      </p:sp>
      <p:pic>
        <p:nvPicPr>
          <p:cNvPr id="4" name="Concept card 5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5553"/>
            <a:ext cx="3511296" cy="434524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BookMedical 52" descr="BookMedic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60815"/>
            <a:ext cx="822960" cy="822960"/>
          </a:xfrm>
          <a:prstGeom prst="rect">
            <a:avLst/>
          </a:prstGeom>
        </p:spPr>
      </p:pic>
      <p:sp>
        <p:nvSpPr>
          <p:cNvPr id="6" name="Concept kicker 53"/>
          <p:cNvSpPr txBox="1"/>
          <p:nvPr/>
        </p:nvSpPr>
        <p:spPr>
          <a:xfrm>
            <a:off x="868680" y="3354647"/>
            <a:ext cx="2871216" cy="2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 1</a:t>
            </a:r>
            <a:endParaRPr lang="en-US" sz="1100" dirty="0"/>
          </a:p>
        </p:txBody>
      </p:sp>
      <p:sp>
        <p:nvSpPr>
          <p:cNvPr id="7" name="Concept title 54"/>
          <p:cNvSpPr txBox="1"/>
          <p:nvPr/>
        </p:nvSpPr>
        <p:spPr>
          <a:xfrm>
            <a:off x="868680" y="3623425"/>
            <a:ext cx="2871216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Título breve</a:t>
            </a:r>
            <a:endParaRPr lang="en-US" sz="2500" dirty="0"/>
          </a:p>
        </p:txBody>
      </p:sp>
      <p:sp>
        <p:nvSpPr>
          <p:cNvPr id="8" name="Concept items 55"/>
          <p:cNvSpPr txBox="1"/>
          <p:nvPr/>
        </p:nvSpPr>
        <p:spPr>
          <a:xfrm>
            <a:off x="868680" y="4295371"/>
            <a:ext cx="2962656" cy="197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</p:txBody>
      </p:sp>
      <p:pic>
        <p:nvPicPr>
          <p:cNvPr id="9" name="Concept card 5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055553"/>
            <a:ext cx="3511296" cy="434524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0" name="Icon FaNotesMedical 57" descr="NotesMedic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360815"/>
            <a:ext cx="822960" cy="822960"/>
          </a:xfrm>
          <a:prstGeom prst="rect">
            <a:avLst/>
          </a:prstGeom>
        </p:spPr>
      </p:pic>
      <p:sp>
        <p:nvSpPr>
          <p:cNvPr id="11" name="Concept kicker 58"/>
          <p:cNvSpPr txBox="1"/>
          <p:nvPr/>
        </p:nvSpPr>
        <p:spPr>
          <a:xfrm>
            <a:off x="4681728" y="3354647"/>
            <a:ext cx="2871216" cy="2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 2</a:t>
            </a:r>
            <a:endParaRPr lang="en-US" sz="1100" dirty="0"/>
          </a:p>
        </p:txBody>
      </p:sp>
      <p:sp>
        <p:nvSpPr>
          <p:cNvPr id="12" name="Concept title 59"/>
          <p:cNvSpPr txBox="1"/>
          <p:nvPr/>
        </p:nvSpPr>
        <p:spPr>
          <a:xfrm>
            <a:off x="4681728" y="3623425"/>
            <a:ext cx="2871216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Título breve</a:t>
            </a:r>
            <a:endParaRPr lang="en-US" sz="2500" dirty="0"/>
          </a:p>
        </p:txBody>
      </p:sp>
      <p:sp>
        <p:nvSpPr>
          <p:cNvPr id="13" name="Concept items 60"/>
          <p:cNvSpPr txBox="1"/>
          <p:nvPr/>
        </p:nvSpPr>
        <p:spPr>
          <a:xfrm>
            <a:off x="4681728" y="4295371"/>
            <a:ext cx="2962656" cy="197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</p:txBody>
      </p:sp>
      <p:pic>
        <p:nvPicPr>
          <p:cNvPr id="14" name="Concept card 6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055553"/>
            <a:ext cx="3511296" cy="434524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5" name="Watermark FaKitMedical 6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5090160"/>
            <a:ext cx="1143000" cy="1143000"/>
          </a:xfrm>
          <a:prstGeom prst="rect">
            <a:avLst/>
          </a:prstGeom>
        </p:spPr>
      </p:pic>
      <p:pic>
        <p:nvPicPr>
          <p:cNvPr id="16" name="Icon FaKitMedical 63" descr="KitMedic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2360815"/>
            <a:ext cx="822960" cy="822960"/>
          </a:xfrm>
          <a:prstGeom prst="rect">
            <a:avLst/>
          </a:prstGeom>
        </p:spPr>
      </p:pic>
      <p:sp>
        <p:nvSpPr>
          <p:cNvPr id="17" name="Highlight tag 64"/>
          <p:cNvSpPr txBox="1"/>
          <p:nvPr/>
        </p:nvSpPr>
        <p:spPr>
          <a:xfrm>
            <a:off x="10085832" y="2503516"/>
            <a:ext cx="1280160" cy="322534"/>
          </a:xfrm>
          <a:prstGeom prst="roundRect">
            <a:avLst>
              <a:gd name="adj" fmla="val 5103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DESTACADO</a:t>
            </a:r>
            <a:endParaRPr lang="en-US" sz="1000" dirty="0"/>
          </a:p>
        </p:txBody>
      </p:sp>
      <p:sp>
        <p:nvSpPr>
          <p:cNvPr id="18" name="Concept kicker 65"/>
          <p:cNvSpPr txBox="1"/>
          <p:nvPr/>
        </p:nvSpPr>
        <p:spPr>
          <a:xfrm>
            <a:off x="8494776" y="3354647"/>
            <a:ext cx="2871216" cy="2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 3</a:t>
            </a:r>
            <a:endParaRPr lang="en-US" sz="1100" dirty="0"/>
          </a:p>
        </p:txBody>
      </p:sp>
      <p:sp>
        <p:nvSpPr>
          <p:cNvPr id="19" name="Concept title 66"/>
          <p:cNvSpPr txBox="1"/>
          <p:nvPr/>
        </p:nvSpPr>
        <p:spPr>
          <a:xfrm>
            <a:off x="8494776" y="3623425"/>
            <a:ext cx="2871216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Título breve</a:t>
            </a:r>
            <a:endParaRPr lang="en-US" sz="2500" dirty="0"/>
          </a:p>
        </p:txBody>
      </p:sp>
      <p:sp>
        <p:nvSpPr>
          <p:cNvPr id="20" name="Concept items 67"/>
          <p:cNvSpPr txBox="1"/>
          <p:nvPr/>
        </p:nvSpPr>
        <p:spPr>
          <a:xfrm>
            <a:off x="8494776" y="4295371"/>
            <a:ext cx="2962656" cy="197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de apoyo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68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Imagen y descripción</a:t>
            </a:r>
            <a:endParaRPr lang="en-US" sz="3000" dirty="0"/>
          </a:p>
        </p:txBody>
      </p:sp>
      <p:pic>
        <p:nvPicPr>
          <p:cNvPr id="4" name="Image slot 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5553"/>
            <a:ext cx="6400800" cy="4345247"/>
          </a:xfrm>
          <a:prstGeom prst="rect">
            <a:avLst/>
          </a:prstGeom>
        </p:spPr>
      </p:pic>
      <p:sp>
        <p:nvSpPr>
          <p:cNvPr id="5" name="Image slot outline 70"/>
          <p:cNvSpPr/>
          <p:nvPr/>
        </p:nvSpPr>
        <p:spPr>
          <a:xfrm>
            <a:off x="548640" y="2055553"/>
            <a:ext cx="6400800" cy="4345247"/>
          </a:xfrm>
          <a:prstGeom prst="roundRect">
            <a:avLst>
              <a:gd name="adj" fmla="val 3367"/>
            </a:avLst>
          </a:prstGeom>
          <a:ln w="19050">
            <a:solidFill>
              <a:srgbClr val="8FB3D9"/>
            </a:solidFill>
            <a:prstDash val="dash"/>
          </a:ln>
        </p:spPr>
      </p:sp>
      <p:pic>
        <p:nvPicPr>
          <p:cNvPr id="6" name="Icon FaImage 71" descr="I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683231"/>
            <a:ext cx="731520" cy="731520"/>
          </a:xfrm>
          <a:prstGeom prst="rect">
            <a:avLst/>
          </a:prstGeom>
        </p:spPr>
      </p:pic>
      <p:sp>
        <p:nvSpPr>
          <p:cNvPr id="7" name="Image slot label 72"/>
          <p:cNvSpPr txBox="1"/>
          <p:nvPr/>
        </p:nvSpPr>
        <p:spPr>
          <a:xfrm>
            <a:off x="731520" y="4496955"/>
            <a:ext cx="6035040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Inserta aquí tu imagen, estudio o gráfica</a:t>
            </a:r>
            <a:endParaRPr lang="en-US" sz="1300" dirty="0"/>
          </a:p>
        </p:txBody>
      </p:sp>
      <p:pic>
        <p:nvPicPr>
          <p:cNvPr id="8" name="Caption card 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055553"/>
            <a:ext cx="4370832" cy="434524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9" name="Icon FaMagnifyingGlass 74" descr="MagnifyingGl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317865"/>
            <a:ext cx="640080" cy="640080"/>
          </a:xfrm>
          <a:prstGeom prst="rect">
            <a:avLst/>
          </a:prstGeom>
        </p:spPr>
      </p:pic>
      <p:sp>
        <p:nvSpPr>
          <p:cNvPr id="10" name="Caption title 75"/>
          <p:cNvSpPr txBox="1"/>
          <p:nvPr/>
        </p:nvSpPr>
        <p:spPr>
          <a:xfrm>
            <a:off x="8366760" y="2324331"/>
            <a:ext cx="3108960" cy="62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Hallazgos</a:t>
            </a:r>
            <a:endParaRPr lang="en-US" sz="2100" dirty="0"/>
          </a:p>
        </p:txBody>
      </p:sp>
      <p:sp>
        <p:nvSpPr>
          <p:cNvPr id="11" name="Caption items 76"/>
          <p:cNvSpPr txBox="1"/>
          <p:nvPr/>
        </p:nvSpPr>
        <p:spPr>
          <a:xfrm>
            <a:off x="7589520" y="3175462"/>
            <a:ext cx="3749040" cy="215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Describe lo que se observa.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Señala el dato relevante.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Relaciónalo con la práctica clínica.</a:t>
            </a:r>
            <a:endParaRPr lang="en-US" sz="1500" dirty="0"/>
          </a:p>
        </p:txBody>
      </p:sp>
      <p:sp>
        <p:nvSpPr>
          <p:cNvPr id="12" name="Caption source 77"/>
          <p:cNvSpPr txBox="1"/>
          <p:nvPr/>
        </p:nvSpPr>
        <p:spPr>
          <a:xfrm>
            <a:off x="7589520" y="5773651"/>
            <a:ext cx="3749040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autor, año.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78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relevantes</a:t>
            </a:r>
            <a:endParaRPr lang="en-US" sz="3000" dirty="0"/>
          </a:p>
        </p:txBody>
      </p:sp>
      <p:pic>
        <p:nvPicPr>
          <p:cNvPr id="4" name="Figure card 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5553"/>
            <a:ext cx="3511296" cy="322533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ChartLine 80" descr="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61738"/>
            <a:ext cx="731520" cy="731520"/>
          </a:xfrm>
          <a:prstGeom prst="rect">
            <a:avLst/>
          </a:prstGeom>
        </p:spPr>
      </p:pic>
      <p:sp>
        <p:nvSpPr>
          <p:cNvPr id="6" name="Figure number 81"/>
          <p:cNvSpPr txBox="1"/>
          <p:nvPr/>
        </p:nvSpPr>
        <p:spPr>
          <a:xfrm>
            <a:off x="868680" y="3265055"/>
            <a:ext cx="287121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00%</a:t>
            </a:r>
            <a:endParaRPr lang="en-US" sz="5400" dirty="0"/>
          </a:p>
        </p:txBody>
      </p:sp>
      <p:sp>
        <p:nvSpPr>
          <p:cNvPr id="7" name="Figure label 82"/>
          <p:cNvSpPr txBox="1"/>
          <p:nvPr/>
        </p:nvSpPr>
        <p:spPr>
          <a:xfrm>
            <a:off x="868680" y="4295371"/>
            <a:ext cx="287121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Descripción breve del dato</a:t>
            </a:r>
            <a:endParaRPr lang="en-US" sz="1600" dirty="0"/>
          </a:p>
        </p:txBody>
      </p:sp>
      <p:pic>
        <p:nvPicPr>
          <p:cNvPr id="8" name="Figure card 8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055553"/>
            <a:ext cx="3511296" cy="322533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9" name="Icon FaUsers 84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361738"/>
            <a:ext cx="731520" cy="731520"/>
          </a:xfrm>
          <a:prstGeom prst="rect">
            <a:avLst/>
          </a:prstGeom>
        </p:spPr>
      </p:pic>
      <p:sp>
        <p:nvSpPr>
          <p:cNvPr id="10" name="Figure number 85"/>
          <p:cNvSpPr txBox="1"/>
          <p:nvPr/>
        </p:nvSpPr>
        <p:spPr>
          <a:xfrm>
            <a:off x="4681728" y="3265055"/>
            <a:ext cx="287121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000</a:t>
            </a:r>
            <a:endParaRPr lang="en-US" sz="5400" dirty="0"/>
          </a:p>
        </p:txBody>
      </p:sp>
      <p:sp>
        <p:nvSpPr>
          <p:cNvPr id="11" name="Figure label 86"/>
          <p:cNvSpPr txBox="1"/>
          <p:nvPr/>
        </p:nvSpPr>
        <p:spPr>
          <a:xfrm>
            <a:off x="4681728" y="4295371"/>
            <a:ext cx="287121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Descripción breve del dato</a:t>
            </a:r>
            <a:endParaRPr lang="en-US" sz="1600" dirty="0"/>
          </a:p>
        </p:txBody>
      </p:sp>
      <p:pic>
        <p:nvPicPr>
          <p:cNvPr id="12" name="Figure card 8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055553"/>
            <a:ext cx="3511296" cy="322533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3" name="Icon FaChartPie 88" descr="ChartPi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2361738"/>
            <a:ext cx="731520" cy="731520"/>
          </a:xfrm>
          <a:prstGeom prst="rect">
            <a:avLst/>
          </a:prstGeom>
        </p:spPr>
      </p:pic>
      <p:sp>
        <p:nvSpPr>
          <p:cNvPr id="14" name="Figure number 89"/>
          <p:cNvSpPr txBox="1"/>
          <p:nvPr/>
        </p:nvSpPr>
        <p:spPr>
          <a:xfrm>
            <a:off x="8494776" y="3265055"/>
            <a:ext cx="287121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00</a:t>
            </a:r>
            <a:endParaRPr lang="en-US" sz="5400" dirty="0"/>
          </a:p>
        </p:txBody>
      </p:sp>
      <p:sp>
        <p:nvSpPr>
          <p:cNvPr id="15" name="Figure label 90"/>
          <p:cNvSpPr txBox="1"/>
          <p:nvPr/>
        </p:nvSpPr>
        <p:spPr>
          <a:xfrm>
            <a:off x="8494776" y="4295371"/>
            <a:ext cx="287121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 principal</a:t>
            </a:r>
            <a:endParaRPr lang="en-US" sz="1600" dirty="0"/>
          </a:p>
        </p:txBody>
      </p:sp>
      <p:pic>
        <p:nvPicPr>
          <p:cNvPr id="16" name="Note card 9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594465"/>
            <a:ext cx="11094415" cy="671945"/>
          </a:xfrm>
          <a:prstGeom prst="rect">
            <a:avLst/>
          </a:prstGeom>
        </p:spPr>
      </p:pic>
      <p:sp>
        <p:nvSpPr>
          <p:cNvPr id="17" name="Note outline 92"/>
          <p:cNvSpPr/>
          <p:nvPr/>
        </p:nvSpPr>
        <p:spPr>
          <a:xfrm>
            <a:off x="548640" y="5594465"/>
            <a:ext cx="11094415" cy="671945"/>
          </a:xfrm>
          <a:prstGeom prst="roundRect">
            <a:avLst>
              <a:gd name="adj" fmla="val 19052"/>
            </a:avLst>
          </a:prstGeom>
          <a:ln w="19050">
            <a:solidFill>
              <a:schemeClr val="accent2"/>
            </a:solidFill>
            <a:prstDash val="solid"/>
          </a:ln>
        </p:spPr>
      </p:sp>
      <p:pic>
        <p:nvPicPr>
          <p:cNvPr id="18" name="Icon FaCircleInfo 93" descr="CircleInf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5738414"/>
            <a:ext cx="384048" cy="384048"/>
          </a:xfrm>
          <a:prstGeom prst="rect">
            <a:avLst/>
          </a:prstGeom>
        </p:spPr>
      </p:pic>
      <p:sp>
        <p:nvSpPr>
          <p:cNvPr id="19" name="Note text 94"/>
          <p:cNvSpPr txBox="1"/>
          <p:nvPr/>
        </p:nvSpPr>
        <p:spPr>
          <a:xfrm>
            <a:off x="1261872" y="5631041"/>
            <a:ext cx="10198303" cy="598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Cita aquí la fuente de los datos (autor, institución, año).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7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95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Tabla comparativa</a:t>
            </a:r>
            <a:endParaRPr lang="en-US" sz="3000" dirty="0"/>
          </a:p>
        </p:txBody>
      </p:sp>
      <p:pic>
        <p:nvPicPr>
          <p:cNvPr id="4" name="Table card 9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949001"/>
            <a:ext cx="11313871" cy="3561439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graphicFrame>
        <p:nvGraphicFramePr>
          <p:cNvPr id="10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0756"/>
          <a:ext cx="11094415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2313432"/>
                <a:gridCol w="2313432"/>
                <a:gridCol w="2322576"/>
              </a:tblGrid>
              <a:tr h="440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Criterio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Opción A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Opción B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Opción C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440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Criterio 1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4D2"/>
                    </a:solidFill>
                  </a:tcPr>
                </a:tc>
              </a:tr>
              <a:tr h="440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Criterio 2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4D2"/>
                    </a:solidFill>
                  </a:tcPr>
                </a:tc>
              </a:tr>
              <a:tr h="440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Criterio 3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4D2"/>
                    </a:solidFill>
                  </a:tcPr>
                </a:tc>
              </a:tr>
              <a:tr h="440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Criterio 4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4D2"/>
                    </a:solidFill>
                  </a:tcPr>
                </a:tc>
              </a:tr>
              <a:tr h="440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Criterio 5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4D2"/>
                    </a:solidFill>
                  </a:tcPr>
                </a:tc>
              </a:tr>
              <a:tr h="440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Criterio 6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4D2"/>
                    </a:solidFill>
                  </a:tcPr>
                </a:tc>
              </a:tr>
            </a:tbl>
          </a:graphicData>
        </a:graphic>
      </p:graphicFrame>
      <p:pic>
        <p:nvPicPr>
          <p:cNvPr id="6" name="Note card 9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5654594"/>
            <a:ext cx="11313871" cy="593573"/>
          </a:xfrm>
          <a:prstGeom prst="rect">
            <a:avLst/>
          </a:prstGeom>
        </p:spPr>
      </p:pic>
      <p:sp>
        <p:nvSpPr>
          <p:cNvPr id="7" name="Note outline 99"/>
          <p:cNvSpPr/>
          <p:nvPr/>
        </p:nvSpPr>
        <p:spPr>
          <a:xfrm>
            <a:off x="438912" y="5654594"/>
            <a:ext cx="11313871" cy="593573"/>
          </a:xfrm>
          <a:prstGeom prst="roundRect">
            <a:avLst>
              <a:gd name="adj" fmla="val 21567"/>
            </a:avLst>
          </a:prstGeom>
          <a:ln w="19050">
            <a:solidFill>
              <a:schemeClr val="accent2"/>
            </a:solidFill>
            <a:prstDash val="solid"/>
          </a:ln>
        </p:spPr>
      </p:sp>
      <p:pic>
        <p:nvPicPr>
          <p:cNvPr id="8" name="Icon FaCircleInfo 100" descr="CircleInf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759356"/>
            <a:ext cx="384048" cy="384048"/>
          </a:xfrm>
          <a:prstGeom prst="rect">
            <a:avLst/>
          </a:prstGeom>
        </p:spPr>
      </p:pic>
      <p:sp>
        <p:nvSpPr>
          <p:cNvPr id="9" name="Note text 101"/>
          <p:cNvSpPr txBox="1"/>
          <p:nvPr/>
        </p:nvSpPr>
        <p:spPr>
          <a:xfrm>
            <a:off x="1152144" y="5691170"/>
            <a:ext cx="10417759" cy="52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 esta nota para aclaraciones, abreviaturas o la fuente de la tabla.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02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Abordaje paso a paso</a:t>
            </a:r>
            <a:endParaRPr lang="en-US" sz="3000" dirty="0"/>
          </a:p>
        </p:txBody>
      </p:sp>
      <p:pic>
        <p:nvPicPr>
          <p:cNvPr id="4" name="Step card 1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5145"/>
            <a:ext cx="2514600" cy="403167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5" name="Step number 104"/>
          <p:cNvSpPr txBox="1"/>
          <p:nvPr/>
        </p:nvSpPr>
        <p:spPr>
          <a:xfrm>
            <a:off x="822960" y="2413924"/>
            <a:ext cx="1188720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4000" dirty="0"/>
          </a:p>
        </p:txBody>
      </p:sp>
      <p:pic>
        <p:nvPicPr>
          <p:cNvPr id="6" name="Icon FaClipboardList 105" descr="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405611"/>
            <a:ext cx="822960" cy="822960"/>
          </a:xfrm>
          <a:prstGeom prst="rect">
            <a:avLst/>
          </a:prstGeom>
        </p:spPr>
      </p:pic>
      <p:sp>
        <p:nvSpPr>
          <p:cNvPr id="7" name="Step head 106"/>
          <p:cNvSpPr txBox="1"/>
          <p:nvPr/>
        </p:nvSpPr>
        <p:spPr>
          <a:xfrm>
            <a:off x="822960" y="3578629"/>
            <a:ext cx="2057400" cy="80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</a:t>
            </a:r>
            <a:endParaRPr lang="en-US" sz="2000" dirty="0"/>
          </a:p>
        </p:txBody>
      </p:sp>
      <p:sp>
        <p:nvSpPr>
          <p:cNvPr id="8" name="Step body 107"/>
          <p:cNvSpPr txBox="1"/>
          <p:nvPr/>
        </p:nvSpPr>
        <p:spPr>
          <a:xfrm>
            <a:off x="822960" y="4474556"/>
            <a:ext cx="2057400" cy="1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Describe el paso</a:t>
            </a:r>
            <a:endParaRPr lang="en-US" sz="1600" dirty="0"/>
          </a:p>
        </p:txBody>
      </p:sp>
      <p:pic>
        <p:nvPicPr>
          <p:cNvPr id="9" name="Icon FaChevronRight 108" descr="Chevron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04" y="3717544"/>
            <a:ext cx="438912" cy="438912"/>
          </a:xfrm>
          <a:prstGeom prst="rect">
            <a:avLst/>
          </a:prstGeom>
        </p:spPr>
      </p:pic>
      <p:pic>
        <p:nvPicPr>
          <p:cNvPr id="10" name="Step card 10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145145"/>
            <a:ext cx="2514600" cy="403167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1" name="Step number 110"/>
          <p:cNvSpPr txBox="1"/>
          <p:nvPr/>
        </p:nvSpPr>
        <p:spPr>
          <a:xfrm>
            <a:off x="3657600" y="2413924"/>
            <a:ext cx="1188720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4000" dirty="0"/>
          </a:p>
        </p:txBody>
      </p:sp>
      <p:pic>
        <p:nvPicPr>
          <p:cNvPr id="12" name="Icon FaVial 111" descr="Vi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405611"/>
            <a:ext cx="822960" cy="822960"/>
          </a:xfrm>
          <a:prstGeom prst="rect">
            <a:avLst/>
          </a:prstGeom>
        </p:spPr>
      </p:pic>
      <p:sp>
        <p:nvSpPr>
          <p:cNvPr id="13" name="Step head 112"/>
          <p:cNvSpPr txBox="1"/>
          <p:nvPr/>
        </p:nvSpPr>
        <p:spPr>
          <a:xfrm>
            <a:off x="3657600" y="3578629"/>
            <a:ext cx="2057400" cy="80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</a:t>
            </a:r>
            <a:endParaRPr lang="en-US" sz="2000" dirty="0"/>
          </a:p>
        </p:txBody>
      </p:sp>
      <p:sp>
        <p:nvSpPr>
          <p:cNvPr id="14" name="Step body 113"/>
          <p:cNvSpPr txBox="1"/>
          <p:nvPr/>
        </p:nvSpPr>
        <p:spPr>
          <a:xfrm>
            <a:off x="3657600" y="4474556"/>
            <a:ext cx="2057400" cy="1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Describe el paso</a:t>
            </a:r>
            <a:endParaRPr lang="en-US" sz="1600" dirty="0"/>
          </a:p>
        </p:txBody>
      </p:sp>
      <p:pic>
        <p:nvPicPr>
          <p:cNvPr id="15" name="Icon FaChevronRight 114" descr="Chevron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444" y="3717544"/>
            <a:ext cx="438912" cy="438912"/>
          </a:xfrm>
          <a:prstGeom prst="rect">
            <a:avLst/>
          </a:prstGeom>
        </p:spPr>
      </p:pic>
      <p:pic>
        <p:nvPicPr>
          <p:cNvPr id="16" name="Step card 11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145145"/>
            <a:ext cx="2514600" cy="403167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7" name="Watermark FaPrescriptionBottleMedical 11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4956695"/>
            <a:ext cx="1051560" cy="1051560"/>
          </a:xfrm>
          <a:prstGeom prst="rect">
            <a:avLst/>
          </a:prstGeom>
        </p:spPr>
      </p:pic>
      <p:sp>
        <p:nvSpPr>
          <p:cNvPr id="18" name="Step number 117"/>
          <p:cNvSpPr txBox="1"/>
          <p:nvPr/>
        </p:nvSpPr>
        <p:spPr>
          <a:xfrm>
            <a:off x="6492240" y="2413924"/>
            <a:ext cx="1188720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endParaRPr lang="en-US" sz="4000" dirty="0"/>
          </a:p>
        </p:txBody>
      </p:sp>
      <p:pic>
        <p:nvPicPr>
          <p:cNvPr id="19" name="Icon FaPrescriptionBottleMedical 118" descr="PrescriptionBottleMedica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2405611"/>
            <a:ext cx="822960" cy="822960"/>
          </a:xfrm>
          <a:prstGeom prst="rect">
            <a:avLst/>
          </a:prstGeom>
        </p:spPr>
      </p:pic>
      <p:sp>
        <p:nvSpPr>
          <p:cNvPr id="20" name="Step head 119"/>
          <p:cNvSpPr txBox="1"/>
          <p:nvPr/>
        </p:nvSpPr>
        <p:spPr>
          <a:xfrm>
            <a:off x="6492240" y="3578629"/>
            <a:ext cx="2057400" cy="80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Tratamiento</a:t>
            </a:r>
            <a:endParaRPr lang="en-US" sz="2000" dirty="0"/>
          </a:p>
        </p:txBody>
      </p:sp>
      <p:sp>
        <p:nvSpPr>
          <p:cNvPr id="21" name="Step body 120"/>
          <p:cNvSpPr txBox="1"/>
          <p:nvPr/>
        </p:nvSpPr>
        <p:spPr>
          <a:xfrm>
            <a:off x="6492240" y="4474556"/>
            <a:ext cx="2057400" cy="1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Describe el paso</a:t>
            </a:r>
            <a:endParaRPr lang="en-US" sz="1600" dirty="0"/>
          </a:p>
        </p:txBody>
      </p:sp>
      <p:pic>
        <p:nvPicPr>
          <p:cNvPr id="22" name="Icon FaChevronRight 121" descr="ChevronRigh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3084" y="3717544"/>
            <a:ext cx="438912" cy="438912"/>
          </a:xfrm>
          <a:prstGeom prst="rect">
            <a:avLst/>
          </a:prstGeom>
        </p:spPr>
      </p:pic>
      <p:pic>
        <p:nvPicPr>
          <p:cNvPr id="23" name="Step card 12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560" y="2145145"/>
            <a:ext cx="2514600" cy="403167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24" name="Step number 123"/>
          <p:cNvSpPr txBox="1"/>
          <p:nvPr/>
        </p:nvSpPr>
        <p:spPr>
          <a:xfrm>
            <a:off x="9326880" y="2413924"/>
            <a:ext cx="1188720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</a:t>
            </a:r>
            <a:endParaRPr lang="en-US" sz="4000" dirty="0"/>
          </a:p>
        </p:txBody>
      </p:sp>
      <p:pic>
        <p:nvPicPr>
          <p:cNvPr id="25" name="Icon FaCalendarCheck 124" descr="CalendarChec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9880" y="2405611"/>
            <a:ext cx="822960" cy="822960"/>
          </a:xfrm>
          <a:prstGeom prst="rect">
            <a:avLst/>
          </a:prstGeom>
        </p:spPr>
      </p:pic>
      <p:sp>
        <p:nvSpPr>
          <p:cNvPr id="26" name="Step head 125"/>
          <p:cNvSpPr txBox="1"/>
          <p:nvPr/>
        </p:nvSpPr>
        <p:spPr>
          <a:xfrm>
            <a:off x="9326880" y="3578629"/>
            <a:ext cx="2057400" cy="80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</a:t>
            </a:r>
            <a:endParaRPr lang="en-US" sz="2000" dirty="0"/>
          </a:p>
        </p:txBody>
      </p:sp>
      <p:sp>
        <p:nvSpPr>
          <p:cNvPr id="27" name="Step body 126"/>
          <p:cNvSpPr txBox="1"/>
          <p:nvPr/>
        </p:nvSpPr>
        <p:spPr>
          <a:xfrm>
            <a:off x="9326880" y="4474556"/>
            <a:ext cx="2057400" cy="1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Describe el paso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1" grpId="0" animBg="1"/>
      <p:bldP spid="13" grpId="0" animBg="1"/>
      <p:bldP spid="14" grpId="0" animBg="1"/>
      <p:bldP spid="18" grpId="0" animBg="1"/>
      <p:bldP spid="20" grpId="0" animBg="1"/>
      <p:bldP spid="21" grpId="0" animBg="1"/>
      <p:bldP spid="24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27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</a:t>
            </a:r>
            <a:endParaRPr lang="en-US" sz="3000" dirty="0"/>
          </a:p>
        </p:txBody>
      </p:sp>
      <p:pic>
        <p:nvPicPr>
          <p:cNvPr id="4" name="Conclusions card 1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5553"/>
            <a:ext cx="6675120" cy="434524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Check 129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63585"/>
            <a:ext cx="548640" cy="548640"/>
          </a:xfrm>
          <a:prstGeom prst="rect">
            <a:avLst/>
          </a:prstGeom>
        </p:spPr>
      </p:pic>
      <p:sp>
        <p:nvSpPr>
          <p:cNvPr id="6" name="Conclusion 130"/>
          <p:cNvSpPr txBox="1"/>
          <p:nvPr/>
        </p:nvSpPr>
        <p:spPr>
          <a:xfrm>
            <a:off x="1645920" y="2369127"/>
            <a:ext cx="539496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 1: escribe aquí un mensaje breve.</a:t>
            </a:r>
            <a:endParaRPr lang="en-US" sz="1700" dirty="0"/>
          </a:p>
        </p:txBody>
      </p:sp>
      <p:pic>
        <p:nvPicPr>
          <p:cNvPr id="7" name="Icon FaCheck 13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1187"/>
            <a:ext cx="548640" cy="548640"/>
          </a:xfrm>
          <a:prstGeom prst="rect">
            <a:avLst/>
          </a:prstGeom>
        </p:spPr>
      </p:pic>
      <p:sp>
        <p:nvSpPr>
          <p:cNvPr id="8" name="Conclusion 132"/>
          <p:cNvSpPr txBox="1"/>
          <p:nvPr/>
        </p:nvSpPr>
        <p:spPr>
          <a:xfrm>
            <a:off x="1645920" y="3336729"/>
            <a:ext cx="539496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 2: escribe aquí un mensaje breve.</a:t>
            </a:r>
            <a:endParaRPr lang="en-US" sz="1700" dirty="0"/>
          </a:p>
        </p:txBody>
      </p:sp>
      <p:pic>
        <p:nvPicPr>
          <p:cNvPr id="9" name="Icon FaCheck 13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98788"/>
            <a:ext cx="548640" cy="548640"/>
          </a:xfrm>
          <a:prstGeom prst="rect">
            <a:avLst/>
          </a:prstGeom>
        </p:spPr>
      </p:pic>
      <p:sp>
        <p:nvSpPr>
          <p:cNvPr id="10" name="Conclusion 134"/>
          <p:cNvSpPr txBox="1"/>
          <p:nvPr/>
        </p:nvSpPr>
        <p:spPr>
          <a:xfrm>
            <a:off x="1645920" y="4304330"/>
            <a:ext cx="539496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 3: escribe aquí un mensaje breve.</a:t>
            </a:r>
            <a:endParaRPr lang="en-US" sz="1700" dirty="0"/>
          </a:p>
        </p:txBody>
      </p:sp>
      <p:pic>
        <p:nvPicPr>
          <p:cNvPr id="11" name="Icon FaCheck 135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66390"/>
            <a:ext cx="548640" cy="548640"/>
          </a:xfrm>
          <a:prstGeom prst="rect">
            <a:avLst/>
          </a:prstGeom>
        </p:spPr>
      </p:pic>
      <p:sp>
        <p:nvSpPr>
          <p:cNvPr id="12" name="Conclusion 136"/>
          <p:cNvSpPr txBox="1"/>
          <p:nvPr/>
        </p:nvSpPr>
        <p:spPr>
          <a:xfrm>
            <a:off x="1645920" y="5271932"/>
            <a:ext cx="539496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 4: escribe aquí un mensaje breve.</a:t>
            </a:r>
            <a:endParaRPr lang="en-US" sz="1700" dirty="0"/>
          </a:p>
        </p:txBody>
      </p:sp>
      <p:pic>
        <p:nvPicPr>
          <p:cNvPr id="13" name="Take-home card 13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055553"/>
            <a:ext cx="4142232" cy="434524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4" name="Watermark FaUserDoctor 13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4818149"/>
            <a:ext cx="1463040" cy="1463040"/>
          </a:xfrm>
          <a:prstGeom prst="rect">
            <a:avLst/>
          </a:prstGeom>
        </p:spPr>
      </p:pic>
      <p:pic>
        <p:nvPicPr>
          <p:cNvPr id="15" name="Icon FaStar 139" descr="St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2361738"/>
            <a:ext cx="731520" cy="731520"/>
          </a:xfrm>
          <a:prstGeom prst="rect">
            <a:avLst/>
          </a:prstGeom>
        </p:spPr>
      </p:pic>
      <p:sp>
        <p:nvSpPr>
          <p:cNvPr id="16" name="Take-home label 140"/>
          <p:cNvSpPr txBox="1"/>
          <p:nvPr/>
        </p:nvSpPr>
        <p:spPr>
          <a:xfrm>
            <a:off x="7818120" y="3265055"/>
            <a:ext cx="356616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 LLEVAR A LA PRÁCTICA</a:t>
            </a:r>
            <a:endParaRPr lang="en-US" sz="1400" dirty="0"/>
          </a:p>
        </p:txBody>
      </p:sp>
      <p:sp>
        <p:nvSpPr>
          <p:cNvPr id="17" name="Take-home text 141"/>
          <p:cNvSpPr txBox="1"/>
          <p:nvPr/>
        </p:nvSpPr>
        <p:spPr>
          <a:xfrm>
            <a:off x="7818120" y="3892204"/>
            <a:ext cx="3520440" cy="143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mensaje que quieres que el público recuerde.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42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Referencias</a:t>
            </a:r>
            <a:endParaRPr lang="en-US" sz="3000" dirty="0"/>
          </a:p>
        </p:txBody>
      </p:sp>
      <p:pic>
        <p:nvPicPr>
          <p:cNvPr id="4" name="References card 1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5553"/>
            <a:ext cx="11094415" cy="434524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BookOpen 144" descr="Book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17865"/>
            <a:ext cx="640080" cy="640080"/>
          </a:xfrm>
          <a:prstGeom prst="rect">
            <a:avLst/>
          </a:prstGeom>
        </p:spPr>
      </p:pic>
      <p:sp>
        <p:nvSpPr>
          <p:cNvPr id="6" name="References 145"/>
          <p:cNvSpPr txBox="1"/>
          <p:nvPr/>
        </p:nvSpPr>
        <p:spPr>
          <a:xfrm>
            <a:off x="1737360" y="2324331"/>
            <a:ext cx="9539935" cy="3852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 A, Autor B. Título del artículo. Revista. Año;Vol(Núm):páginas.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 A, Autor B. Título del artículo. Revista. Año;Vol(Núm):páginas.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 A, Autor B. Título del artículo. Revista. Año;Vol(Núm):páginas.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 A, Autor B. Título del artículo. Revista. Año;Vol(Núm):páginas.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 A, Autor B. Título del artículo. Revista. Año;Vol(Núm):páginas.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146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14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148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losing headline 149"/>
          <p:cNvSpPr txBox="1"/>
          <p:nvPr/>
        </p:nvSpPr>
        <p:spPr>
          <a:xfrm>
            <a:off x="41148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6" name="Closing line 1 150"/>
          <p:cNvSpPr txBox="1"/>
          <p:nvPr/>
        </p:nvSpPr>
        <p:spPr>
          <a:xfrm>
            <a:off x="4114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endParaRPr lang="en-US" sz="1500" dirty="0"/>
          </a:p>
        </p:txBody>
      </p:sp>
      <p:sp>
        <p:nvSpPr>
          <p:cNvPr id="7" name="Closing line 2 151"/>
          <p:cNvSpPr txBox="1"/>
          <p:nvPr/>
        </p:nvSpPr>
        <p:spPr>
          <a:xfrm>
            <a:off x="41148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 22 y 23 de octubre de 2026</a:t>
            </a:r>
            <a:endParaRPr lang="en-US" sz="1700" dirty="0"/>
          </a:p>
        </p:txBody>
      </p:sp>
      <p:sp>
        <p:nvSpPr>
          <p:cNvPr id="8" name="Handle 152"/>
          <p:cNvSpPr txBox="1"/>
          <p:nvPr/>
        </p:nvSpPr>
        <p:spPr>
          <a:xfrm>
            <a:off x="1371600" y="4160520"/>
            <a:ext cx="2651760" cy="51206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Westhill">
      <a:dk1>
        <a:srgbClr val="15243A"/>
      </a:dk1>
      <a:lt1>
        <a:srgbClr val="FFFFFF"/>
      </a:lt1>
      <a:dk2>
        <a:srgbClr val="0E2A47"/>
      </a:dk2>
      <a:lt2>
        <a:srgbClr val="EDF3FA"/>
      </a:lt2>
      <a:accent1>
        <a:srgbClr val="266294"/>
      </a:accent1>
      <a:accent2>
        <a:srgbClr val="F2C94C"/>
      </a:accent2>
      <a:accent3>
        <a:srgbClr val="4A90C8"/>
      </a:accent3>
      <a:accent4>
        <a:srgbClr val="163A5F"/>
      </a:accent4>
      <a:accent5>
        <a:srgbClr val="8FB3D9"/>
      </a:accent5>
      <a:accent6>
        <a:srgbClr val="5B6B7D"/>
      </a:accent6>
      <a:hlink>
        <a:srgbClr val="266294"/>
      </a:hlink>
      <a:folHlink>
        <a:srgbClr val="163A5F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Westhill Medical Leadership Summit 2026</dc:title>
  <dc:subject>PptxGenJS Presentation</dc:subject>
  <dc:creator>Universidad Westhill</dc:creator>
  <cp:lastModifiedBy>Universidad Westhill</cp:lastModifiedBy>
  <cp:revision>1</cp:revision>
  <dcterms:created xsi:type="dcterms:W3CDTF">2026-10-07T20:50:58Z</dcterms:created>
  <dcterms:modified xsi:type="dcterms:W3CDTF">2026-10-07T20:50:58Z</dcterms:modified>
</cp:coreProperties>
</file>